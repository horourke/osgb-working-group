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2" r:id="rId4"/>
    <p:sldId id="263" r:id="rId5"/>
    <p:sldId id="264" r:id="rId6"/>
    <p:sldId id="258" r:id="rId7"/>
    <p:sldId id="260" r:id="rId8"/>
    <p:sldId id="261" r:id="rId9"/>
    <p:sldId id="257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711B9E5-7902-451C-9589-1881DBF8A065}">
          <p14:sldIdLst>
            <p14:sldId id="256"/>
            <p14:sldId id="259"/>
            <p14:sldId id="262"/>
            <p14:sldId id="263"/>
            <p14:sldId id="264"/>
            <p14:sldId id="258"/>
            <p14:sldId id="260"/>
            <p14:sldId id="261"/>
            <p14:sldId id="257"/>
            <p14:sldId id="265"/>
            <p14:sldId id="266"/>
          </p14:sldIdLst>
        </p14:section>
        <p14:section name="New Plots" id="{6CBE4702-E714-4DE4-B314-24B8D2EEEE91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64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12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FBB11-6F3F-158D-687F-85D689A12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75DCEC-1FBB-17A0-1EBB-F5F5EF373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42CF0-A448-56B2-621A-216015380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7C48-C5B4-4C03-BD7F-01A774CC39B2}" type="datetimeFigureOut">
              <a:rPr lang="es-419" smtClean="0"/>
              <a:t>14/9/2026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A243FF-F04B-A569-6A44-5B181E97F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7DD4CD-7C72-900C-87CF-772941A3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F7E8-CF2F-42E6-8613-FB13D1895A4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24414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9B55D-36FF-8A2E-544B-FE67D919F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6171D6-C173-D88E-0059-B21B53CAE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7307F7-2477-0771-90D9-9ABA189FD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7C48-C5B4-4C03-BD7F-01A774CC39B2}" type="datetimeFigureOut">
              <a:rPr lang="es-419" smtClean="0"/>
              <a:t>14/9/2026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55D786-5DF9-0987-4B12-DA0A665DA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EC5E1B-51A4-6DC4-BD58-C00B7866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F7E8-CF2F-42E6-8613-FB13D1895A4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2683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2028D-7F35-B293-7D54-8D0D985AB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2BC503-801E-5CD6-5B95-CCAA7BC29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85F6C0-9058-3084-54A2-761437AD3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7C48-C5B4-4C03-BD7F-01A774CC39B2}" type="datetimeFigureOut">
              <a:rPr lang="es-419" smtClean="0"/>
              <a:t>14/9/2026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D8B3F8-4E9D-9807-F6E6-C16FACA4E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199A29-A190-81D8-CECD-EB6FE8CD8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F7E8-CF2F-42E6-8613-FB13D1895A4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140243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C0734-27AB-9578-F025-8EACAEDCD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389C9-1F29-CF50-BB7A-073CCFD786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902527-0809-428C-4948-2FE3537DF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1BA927-3825-DF9B-C892-FC92DD221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7C48-C5B4-4C03-BD7F-01A774CC39B2}" type="datetimeFigureOut">
              <a:rPr lang="es-419" smtClean="0"/>
              <a:t>14/9/2026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03C767-6F83-D884-9D54-726A3687B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0C99C7-4575-D9B0-FF42-BA15F8FEE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F7E8-CF2F-42E6-8613-FB13D1895A4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30430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66395-FCB7-6E9E-3973-16236C577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E8A435-9EBB-CAA7-A485-604154F0B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00681B-B31C-7E5A-61C0-03C233B9D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7993EC2-A952-DCD5-AE75-743C756879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1D04B98-9DCC-C956-6A82-D206A25B6D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DFE35DE-CFDC-B378-3165-42EF325AC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7C48-C5B4-4C03-BD7F-01A774CC39B2}" type="datetimeFigureOut">
              <a:rPr lang="es-419" smtClean="0"/>
              <a:t>14/9/2026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91A0E7D-556B-07D3-6770-65948E8E3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6A86449-828D-ECFC-5F60-1FE22F2AF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F7E8-CF2F-42E6-8613-FB13D1895A4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78502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3F56D-36E7-E43E-8B9F-9A9F342F2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EAD6CBD-4F55-F8D7-EF3E-168B02A29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7C48-C5B4-4C03-BD7F-01A774CC39B2}" type="datetimeFigureOut">
              <a:rPr lang="es-419" smtClean="0"/>
              <a:t>14/9/2026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AE19742-4543-D9FB-67F7-0C4D33CAF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7860960-D101-5CF6-1FBB-5884962B0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F7E8-CF2F-42E6-8613-FB13D1895A4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43124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CF79864-9809-E23C-D1B3-9BFD2548D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7C48-C5B4-4C03-BD7F-01A774CC39B2}" type="datetimeFigureOut">
              <a:rPr lang="es-419" smtClean="0"/>
              <a:t>14/9/2026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11D1BD4-AE67-3635-2D05-A68E87464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434172-ED7C-5750-B8FC-47ADCADA1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F7E8-CF2F-42E6-8613-FB13D1895A4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83950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48014-AC13-7828-D56C-8EEBFDBF4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C275D7-5B48-22E3-DDA6-42375704A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5422DB-6E89-00E8-2E66-71891FF62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36929E-2414-89AC-1E3F-26E739255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7C48-C5B4-4C03-BD7F-01A774CC39B2}" type="datetimeFigureOut">
              <a:rPr lang="es-419" smtClean="0"/>
              <a:t>14/9/2026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3EE2A2-469E-2572-E714-0524DA84A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07A1EA-7988-2660-4D89-8BC3F619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F7E8-CF2F-42E6-8613-FB13D1895A4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61328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523BE-0745-4878-7E34-1DF29059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DA7D301-E6B9-A406-CE06-D3329E8D1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452C9C-E39E-1877-9927-E8EA11E99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062FD5-0653-0B84-DEF0-26456D680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7C48-C5B4-4C03-BD7F-01A774CC39B2}" type="datetimeFigureOut">
              <a:rPr lang="es-419" smtClean="0"/>
              <a:t>14/9/2026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429F59-37A7-B32B-2783-F97781AD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39FD3A-8EA4-602E-8002-457C0AC19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F7E8-CF2F-42E6-8613-FB13D1895A4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3682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BAA9E-7C17-817C-85BA-CC6827E71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BB3554-0D25-52AF-44DE-E7378785D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145FBA-4B95-847D-10B8-A1CEFE214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7C48-C5B4-4C03-BD7F-01A774CC39B2}" type="datetimeFigureOut">
              <a:rPr lang="es-419" smtClean="0"/>
              <a:t>14/9/2026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056F58-09B6-52BA-B710-CB501159C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A42A7D-5F62-50F6-663D-8517D7E9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F7E8-CF2F-42E6-8613-FB13D1895A4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36166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3397571-0D44-A394-3C67-E59EE962B2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FD6F937-85E3-EA8B-F46D-B560A141C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3139D7-9DB2-A1CE-1A68-125CA972A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C7C48-C5B4-4C03-BD7F-01A774CC39B2}" type="datetimeFigureOut">
              <a:rPr lang="es-419" smtClean="0"/>
              <a:t>14/9/2026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3363E4-CF9A-1D31-DDBB-A6D0CEAED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101041-48C6-712F-1686-A22A901E4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0F7E8-CF2F-42E6-8613-FB13D1895A4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54495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2AC901A-AF77-5455-348E-D3382209B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7C4EE4-F997-6863-F860-D85DB813B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855399-669E-844B-BEC6-CC66A42A5C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6C7C48-C5B4-4C03-BD7F-01A774CC39B2}" type="datetimeFigureOut">
              <a:rPr lang="es-419" smtClean="0"/>
              <a:t>14/9/2026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3C29FD-89C3-B911-A4C4-1DD86FC793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66ADFC-ADB8-8225-82A4-87FF0BF1F7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C0F7E8-CF2F-42E6-8613-FB13D1895A4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29790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EE20CB36-6E02-D7CE-433D-E02C4DB2C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98747"/>
              </p:ext>
            </p:extLst>
          </p:nvPr>
        </p:nvGraphicFramePr>
        <p:xfrm>
          <a:off x="1402840" y="3613407"/>
          <a:ext cx="4788000" cy="2494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839979689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03334330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71488819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11243080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32246667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421961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1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T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Anxiety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983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Depr.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49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Physical Activity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403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Sleep quality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01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Cognitive Score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185902"/>
                  </a:ext>
                </a:extLst>
              </a:tr>
            </a:tbl>
          </a:graphicData>
        </a:graphic>
      </p:graphicFrame>
      <p:sp>
        <p:nvSpPr>
          <p:cNvPr id="18" name="Cara sonriente 17">
            <a:extLst>
              <a:ext uri="{FF2B5EF4-FFF2-40B4-BE49-F238E27FC236}">
                <a16:creationId xmlns:a16="http://schemas.microsoft.com/office/drawing/2014/main" id="{7F2E9534-F05E-55CA-271A-A46AB78522FC}"/>
              </a:ext>
            </a:extLst>
          </p:cNvPr>
          <p:cNvSpPr/>
          <p:nvPr/>
        </p:nvSpPr>
        <p:spPr>
          <a:xfrm>
            <a:off x="930710" y="1640194"/>
            <a:ext cx="617621" cy="633663"/>
          </a:xfrm>
          <a:prstGeom prst="smileyFac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E32AE6F6-7187-93AD-4CBB-020867B1E07E}"/>
              </a:ext>
            </a:extLst>
          </p:cNvPr>
          <p:cNvCxnSpPr>
            <a:cxnSpLocks/>
          </p:cNvCxnSpPr>
          <p:nvPr/>
        </p:nvCxnSpPr>
        <p:spPr>
          <a:xfrm flipV="1">
            <a:off x="1713653" y="1957024"/>
            <a:ext cx="596055" cy="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4AB6637-9412-FE17-5FF7-199DA0AC9E7E}"/>
              </a:ext>
            </a:extLst>
          </p:cNvPr>
          <p:cNvSpPr txBox="1"/>
          <p:nvPr/>
        </p:nvSpPr>
        <p:spPr>
          <a:xfrm>
            <a:off x="2309708" y="1037064"/>
            <a:ext cx="2919305" cy="1569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Daily Behavioral </a:t>
            </a:r>
          </a:p>
          <a:p>
            <a:pPr algn="ctr"/>
            <a:r>
              <a:rPr lang="en-US" sz="2400" dirty="0"/>
              <a:t>Assessment: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Pop-up notification</a:t>
            </a:r>
            <a:endParaRPr lang="es-419" sz="2400" dirty="0"/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69CC497F-FBB3-5D73-7685-BA8FDC2CF17D}"/>
              </a:ext>
            </a:extLst>
          </p:cNvPr>
          <p:cNvCxnSpPr/>
          <p:nvPr/>
        </p:nvCxnSpPr>
        <p:spPr>
          <a:xfrm>
            <a:off x="6317406" y="4860547"/>
            <a:ext cx="80602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FFF61A53-C4DA-C195-95B8-BE6FE87E617E}"/>
              </a:ext>
            </a:extLst>
          </p:cNvPr>
          <p:cNvCxnSpPr>
            <a:cxnSpLocks/>
          </p:cNvCxnSpPr>
          <p:nvPr/>
        </p:nvCxnSpPr>
        <p:spPr>
          <a:xfrm>
            <a:off x="3796840" y="2694287"/>
            <a:ext cx="0" cy="875233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DD172679-F12D-3C2B-B6D0-F9163DB33869}"/>
              </a:ext>
            </a:extLst>
          </p:cNvPr>
          <p:cNvSpPr/>
          <p:nvPr/>
        </p:nvSpPr>
        <p:spPr>
          <a:xfrm>
            <a:off x="6461375" y="709783"/>
            <a:ext cx="3867571" cy="205700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</a:rPr>
              <a:t>Question:</a:t>
            </a:r>
            <a:br>
              <a:rPr lang="es-MX" sz="2400" dirty="0">
                <a:solidFill>
                  <a:schemeClr val="tx1"/>
                </a:solidFill>
              </a:rPr>
            </a:br>
            <a:r>
              <a:rPr lang="es-MX" sz="2400" dirty="0">
                <a:solidFill>
                  <a:schemeClr val="tx1"/>
                </a:solidFill>
              </a:rPr>
              <a:t>Can we create a psychological profile of each subjects’ behavior based on daily data?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52FFC9D1-4201-7FF5-788E-275D8884F514}"/>
              </a:ext>
            </a:extLst>
          </p:cNvPr>
          <p:cNvSpPr/>
          <p:nvPr/>
        </p:nvSpPr>
        <p:spPr>
          <a:xfrm>
            <a:off x="9054202" y="3417659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0EE7A4C3-8093-5B90-ED4F-DE72F0B524DA}"/>
              </a:ext>
            </a:extLst>
          </p:cNvPr>
          <p:cNvSpPr/>
          <p:nvPr/>
        </p:nvSpPr>
        <p:spPr>
          <a:xfrm>
            <a:off x="7617522" y="3775643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A89BDF00-1E1B-CBDE-CE98-7E3C0C2EDF7E}"/>
              </a:ext>
            </a:extLst>
          </p:cNvPr>
          <p:cNvSpPr/>
          <p:nvPr/>
        </p:nvSpPr>
        <p:spPr>
          <a:xfrm>
            <a:off x="9054202" y="5818748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BEAF956F-A5A2-8639-FCC4-98FADDA52795}"/>
              </a:ext>
            </a:extLst>
          </p:cNvPr>
          <p:cNvSpPr/>
          <p:nvPr/>
        </p:nvSpPr>
        <p:spPr>
          <a:xfrm>
            <a:off x="7622637" y="5431741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899BCF1F-3E3D-7F1F-F754-51E672528762}"/>
              </a:ext>
            </a:extLst>
          </p:cNvPr>
          <p:cNvSpPr/>
          <p:nvPr/>
        </p:nvSpPr>
        <p:spPr>
          <a:xfrm>
            <a:off x="9893293" y="4550452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77" name="Conector recto de flecha 76">
            <a:extLst>
              <a:ext uri="{FF2B5EF4-FFF2-40B4-BE49-F238E27FC236}">
                <a16:creationId xmlns:a16="http://schemas.microsoft.com/office/drawing/2014/main" id="{8AE563C4-994B-C7AC-F0FB-FB055FF2571C}"/>
              </a:ext>
            </a:extLst>
          </p:cNvPr>
          <p:cNvCxnSpPr>
            <a:cxnSpLocks/>
            <a:stCxn id="76" idx="1"/>
            <a:endCxn id="72" idx="5"/>
          </p:cNvCxnSpPr>
          <p:nvPr/>
        </p:nvCxnSpPr>
        <p:spPr>
          <a:xfrm flipH="1" flipV="1">
            <a:off x="9415397" y="3778854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de flecha 77">
            <a:extLst>
              <a:ext uri="{FF2B5EF4-FFF2-40B4-BE49-F238E27FC236}">
                <a16:creationId xmlns:a16="http://schemas.microsoft.com/office/drawing/2014/main" id="{85B36FB1-1424-252A-FEA8-CAB92CCB7F99}"/>
              </a:ext>
            </a:extLst>
          </p:cNvPr>
          <p:cNvCxnSpPr>
            <a:cxnSpLocks/>
            <a:stCxn id="76" idx="4"/>
            <a:endCxn id="74" idx="7"/>
          </p:cNvCxnSpPr>
          <p:nvPr/>
        </p:nvCxnSpPr>
        <p:spPr>
          <a:xfrm flipH="1">
            <a:off x="9415397" y="4973618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F8389B9D-7214-FD00-A171-8B0B1F044F0C}"/>
              </a:ext>
            </a:extLst>
          </p:cNvPr>
          <p:cNvCxnSpPr>
            <a:cxnSpLocks/>
            <a:stCxn id="75" idx="7"/>
            <a:endCxn id="76" idx="3"/>
          </p:cNvCxnSpPr>
          <p:nvPr/>
        </p:nvCxnSpPr>
        <p:spPr>
          <a:xfrm flipV="1">
            <a:off x="7983832" y="4911647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E760316E-87AA-779B-E2FA-3FB20628B531}"/>
              </a:ext>
            </a:extLst>
          </p:cNvPr>
          <p:cNvCxnSpPr>
            <a:cxnSpLocks/>
            <a:stCxn id="73" idx="5"/>
            <a:endCxn id="76" idx="1"/>
          </p:cNvCxnSpPr>
          <p:nvPr/>
        </p:nvCxnSpPr>
        <p:spPr>
          <a:xfrm>
            <a:off x="7978717" y="4136838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EDCFA0E9-D344-4CFE-E45B-3EE216DFC7D9}"/>
              </a:ext>
            </a:extLst>
          </p:cNvPr>
          <p:cNvCxnSpPr>
            <a:stCxn id="72" idx="1"/>
            <a:endCxn id="73" idx="7"/>
          </p:cNvCxnSpPr>
          <p:nvPr/>
        </p:nvCxnSpPr>
        <p:spPr>
          <a:xfrm flipH="1">
            <a:off x="7978717" y="3479630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95D81596-3109-99AD-9010-B3A5CF7B0F29}"/>
              </a:ext>
            </a:extLst>
          </p:cNvPr>
          <p:cNvCxnSpPr>
            <a:stCxn id="73" idx="6"/>
            <a:endCxn id="72" idx="2"/>
          </p:cNvCxnSpPr>
          <p:nvPr/>
        </p:nvCxnSpPr>
        <p:spPr>
          <a:xfrm flipV="1">
            <a:off x="8040688" y="3629242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602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5DBA7-6EA7-C771-6774-AA513CE43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BE945664-3CDE-7EA5-C6A7-92C1EB58C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904017"/>
              </p:ext>
            </p:extLst>
          </p:nvPr>
        </p:nvGraphicFramePr>
        <p:xfrm>
          <a:off x="141641" y="502078"/>
          <a:ext cx="6408000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83997968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033343306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714888192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11243080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32246667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1961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1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T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Anxiety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983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Depr.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49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Physical Activity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403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Sleep quality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01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Cognitive Score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185902"/>
                  </a:ext>
                </a:extLst>
              </a:tr>
            </a:tbl>
          </a:graphicData>
        </a:graphic>
      </p:graphicFrame>
      <p:graphicFrame>
        <p:nvGraphicFramePr>
          <p:cNvPr id="35" name="Tabla 34">
            <a:extLst>
              <a:ext uri="{FF2B5EF4-FFF2-40B4-BE49-F238E27FC236}">
                <a16:creationId xmlns:a16="http://schemas.microsoft.com/office/drawing/2014/main" id="{C837D9DC-F407-0824-9076-CBA146BD1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59944"/>
              </p:ext>
            </p:extLst>
          </p:nvPr>
        </p:nvGraphicFramePr>
        <p:xfrm>
          <a:off x="649519" y="1111338"/>
          <a:ext cx="6408000" cy="22250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83997968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033343306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714888192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11243080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32246667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1961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1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T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Anxiety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983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Depr.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49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Physical Activity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403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Sleep quality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01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Cognitive Score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185902"/>
                  </a:ext>
                </a:extLst>
              </a:tr>
            </a:tbl>
          </a:graphicData>
        </a:graphic>
      </p:graphicFrame>
      <p:sp>
        <p:nvSpPr>
          <p:cNvPr id="5" name="Cara sonriente 4">
            <a:extLst>
              <a:ext uri="{FF2B5EF4-FFF2-40B4-BE49-F238E27FC236}">
                <a16:creationId xmlns:a16="http://schemas.microsoft.com/office/drawing/2014/main" id="{856DAB22-43AD-8F5F-3E44-30F34D3F97C9}"/>
              </a:ext>
            </a:extLst>
          </p:cNvPr>
          <p:cNvSpPr/>
          <p:nvPr/>
        </p:nvSpPr>
        <p:spPr>
          <a:xfrm>
            <a:off x="7077570" y="781733"/>
            <a:ext cx="617621" cy="633663"/>
          </a:xfrm>
          <a:prstGeom prst="smileyFace">
            <a:avLst/>
          </a:prstGeom>
          <a:solidFill>
            <a:srgbClr val="92D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" name="Cara sonriente 6">
            <a:extLst>
              <a:ext uri="{FF2B5EF4-FFF2-40B4-BE49-F238E27FC236}">
                <a16:creationId xmlns:a16="http://schemas.microsoft.com/office/drawing/2014/main" id="{F2100269-BDBF-79F7-C1E8-35269F929134}"/>
              </a:ext>
            </a:extLst>
          </p:cNvPr>
          <p:cNvSpPr/>
          <p:nvPr/>
        </p:nvSpPr>
        <p:spPr>
          <a:xfrm>
            <a:off x="7593895" y="1368475"/>
            <a:ext cx="617621" cy="633663"/>
          </a:xfrm>
          <a:prstGeom prst="smileyFac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1" name="Cara sonriente 10">
            <a:extLst>
              <a:ext uri="{FF2B5EF4-FFF2-40B4-BE49-F238E27FC236}">
                <a16:creationId xmlns:a16="http://schemas.microsoft.com/office/drawing/2014/main" id="{701CF2B6-316A-2F6F-2AB3-27E66139D085}"/>
              </a:ext>
            </a:extLst>
          </p:cNvPr>
          <p:cNvSpPr/>
          <p:nvPr/>
        </p:nvSpPr>
        <p:spPr>
          <a:xfrm>
            <a:off x="8347926" y="2335227"/>
            <a:ext cx="617621" cy="633663"/>
          </a:xfrm>
          <a:prstGeom prst="smileyFac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3D7E1B8-997D-4293-59EF-60C5A29D0B43}"/>
              </a:ext>
            </a:extLst>
          </p:cNvPr>
          <p:cNvSpPr txBox="1"/>
          <p:nvPr/>
        </p:nvSpPr>
        <p:spPr>
          <a:xfrm rot="2947218">
            <a:off x="8096912" y="1779478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…</a:t>
            </a:r>
            <a:endParaRPr lang="es-419" sz="3200" dirty="0"/>
          </a:p>
        </p:txBody>
      </p:sp>
      <p:sp>
        <p:nvSpPr>
          <p:cNvPr id="18" name="Cara sonriente 17">
            <a:extLst>
              <a:ext uri="{FF2B5EF4-FFF2-40B4-BE49-F238E27FC236}">
                <a16:creationId xmlns:a16="http://schemas.microsoft.com/office/drawing/2014/main" id="{3C6A2842-ACFC-7388-B2B4-2EDA7A2CDF9A}"/>
              </a:ext>
            </a:extLst>
          </p:cNvPr>
          <p:cNvSpPr/>
          <p:nvPr/>
        </p:nvSpPr>
        <p:spPr>
          <a:xfrm>
            <a:off x="6561245" y="193108"/>
            <a:ext cx="617621" cy="633663"/>
          </a:xfrm>
          <a:prstGeom prst="smileyFac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F4B3EB6E-0094-4F29-DB3E-D0A318B57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175060"/>
              </p:ext>
            </p:extLst>
          </p:nvPr>
        </p:nvGraphicFramePr>
        <p:xfrm>
          <a:off x="1145793" y="1684038"/>
          <a:ext cx="640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83997968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033343306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714888192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11243080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32246667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1961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1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T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Anxiety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983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Depr.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49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Physical Activity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403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Sleep quality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01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Cognitive Score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185902"/>
                  </a:ext>
                </a:extLst>
              </a:tr>
            </a:tbl>
          </a:graphicData>
        </a:graphic>
      </p:graphicFrame>
      <p:graphicFrame>
        <p:nvGraphicFramePr>
          <p:cNvPr id="33" name="Tabla 32">
            <a:extLst>
              <a:ext uri="{FF2B5EF4-FFF2-40B4-BE49-F238E27FC236}">
                <a16:creationId xmlns:a16="http://schemas.microsoft.com/office/drawing/2014/main" id="{FF49522F-3957-1E10-A13C-1E59D1EB6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383826"/>
              </p:ext>
            </p:extLst>
          </p:nvPr>
        </p:nvGraphicFramePr>
        <p:xfrm>
          <a:off x="1881976" y="2588880"/>
          <a:ext cx="6408000" cy="22199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83997968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033343306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714888192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11243080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32246667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1961923"/>
                    </a:ext>
                  </a:extLst>
                </a:gridCol>
              </a:tblGrid>
              <a:tr h="335109"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1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T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Anxiety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983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Depr.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49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Physical Activity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403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Sleep quality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01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Cognitive Score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185902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1B46F4BD-E96F-A027-224C-2A5DC93B8934}"/>
              </a:ext>
            </a:extLst>
          </p:cNvPr>
          <p:cNvSpPr txBox="1"/>
          <p:nvPr/>
        </p:nvSpPr>
        <p:spPr>
          <a:xfrm rot="2947218">
            <a:off x="1382680" y="1867860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…</a:t>
            </a:r>
            <a:endParaRPr lang="es-419" sz="3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D8B54E2-3C31-8451-3A6C-8DE33670C80E}"/>
              </a:ext>
            </a:extLst>
          </p:cNvPr>
          <p:cNvSpPr txBox="1"/>
          <p:nvPr/>
        </p:nvSpPr>
        <p:spPr>
          <a:xfrm rot="2947218">
            <a:off x="3027071" y="1860759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…</a:t>
            </a:r>
            <a:endParaRPr lang="es-419" sz="3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6B8A325-B197-21A5-FFB9-0F9BD1B3623F}"/>
              </a:ext>
            </a:extLst>
          </p:cNvPr>
          <p:cNvSpPr txBox="1"/>
          <p:nvPr/>
        </p:nvSpPr>
        <p:spPr>
          <a:xfrm rot="2947218">
            <a:off x="5616356" y="1844072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…</a:t>
            </a:r>
            <a:endParaRPr lang="es-419" sz="3200" dirty="0"/>
          </a:p>
        </p:txBody>
      </p:sp>
    </p:spTree>
    <p:extLst>
      <p:ext uri="{BB962C8B-B14F-4D97-AF65-F5344CB8AC3E}">
        <p14:creationId xmlns:p14="http://schemas.microsoft.com/office/powerpoint/2010/main" val="1822305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1BB2F-C56C-FCDA-25F2-07CD1BABE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071C38DC-94BB-28BB-B72D-F57182536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941077"/>
              </p:ext>
            </p:extLst>
          </p:nvPr>
        </p:nvGraphicFramePr>
        <p:xfrm>
          <a:off x="158690" y="387805"/>
          <a:ext cx="6408000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83997968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033343306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714888192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11243080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32246667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1961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1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T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Anxiety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983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Depr.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49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Physical Activity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403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Sleep quality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01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Cognitive Score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185902"/>
                  </a:ext>
                </a:extLst>
              </a:tr>
            </a:tbl>
          </a:graphicData>
        </a:graphic>
      </p:graphicFrame>
      <p:graphicFrame>
        <p:nvGraphicFramePr>
          <p:cNvPr id="35" name="Tabla 34">
            <a:extLst>
              <a:ext uri="{FF2B5EF4-FFF2-40B4-BE49-F238E27FC236}">
                <a16:creationId xmlns:a16="http://schemas.microsoft.com/office/drawing/2014/main" id="{E3F1FA8B-134A-136F-B18F-0BAF3BFD6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939472"/>
              </p:ext>
            </p:extLst>
          </p:nvPr>
        </p:nvGraphicFramePr>
        <p:xfrm>
          <a:off x="666568" y="997065"/>
          <a:ext cx="6408000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83997968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033343306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714888192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11243080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32246667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1961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1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T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Anxiety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983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Depr.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49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Physical Activity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403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Sleep quality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01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Cognitive Score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185902"/>
                  </a:ext>
                </a:extLst>
              </a:tr>
            </a:tbl>
          </a:graphicData>
        </a:graphic>
      </p:graphicFrame>
      <p:sp>
        <p:nvSpPr>
          <p:cNvPr id="5" name="Cara sonriente 4">
            <a:extLst>
              <a:ext uri="{FF2B5EF4-FFF2-40B4-BE49-F238E27FC236}">
                <a16:creationId xmlns:a16="http://schemas.microsoft.com/office/drawing/2014/main" id="{6A41C96F-F76B-F02F-5816-55FEC86C5C4F}"/>
              </a:ext>
            </a:extLst>
          </p:cNvPr>
          <p:cNvSpPr/>
          <p:nvPr/>
        </p:nvSpPr>
        <p:spPr>
          <a:xfrm>
            <a:off x="7094619" y="667460"/>
            <a:ext cx="617621" cy="633663"/>
          </a:xfrm>
          <a:prstGeom prst="smileyFace">
            <a:avLst/>
          </a:prstGeom>
          <a:solidFill>
            <a:srgbClr val="92D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" name="Cara sonriente 6">
            <a:extLst>
              <a:ext uri="{FF2B5EF4-FFF2-40B4-BE49-F238E27FC236}">
                <a16:creationId xmlns:a16="http://schemas.microsoft.com/office/drawing/2014/main" id="{48959301-E740-FA25-2C4A-BB17E369ADAE}"/>
              </a:ext>
            </a:extLst>
          </p:cNvPr>
          <p:cNvSpPr/>
          <p:nvPr/>
        </p:nvSpPr>
        <p:spPr>
          <a:xfrm>
            <a:off x="7610944" y="1254202"/>
            <a:ext cx="617621" cy="633663"/>
          </a:xfrm>
          <a:prstGeom prst="smileyFac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1" name="Cara sonriente 10">
            <a:extLst>
              <a:ext uri="{FF2B5EF4-FFF2-40B4-BE49-F238E27FC236}">
                <a16:creationId xmlns:a16="http://schemas.microsoft.com/office/drawing/2014/main" id="{D37AEDBE-64D7-2E20-5D4A-6132AD53D231}"/>
              </a:ext>
            </a:extLst>
          </p:cNvPr>
          <p:cNvSpPr/>
          <p:nvPr/>
        </p:nvSpPr>
        <p:spPr>
          <a:xfrm>
            <a:off x="8364975" y="2220954"/>
            <a:ext cx="617621" cy="633663"/>
          </a:xfrm>
          <a:prstGeom prst="smileyFac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8EE0B3B-8C8F-C89E-B4F4-5B8A3BBDD174}"/>
              </a:ext>
            </a:extLst>
          </p:cNvPr>
          <p:cNvSpPr txBox="1"/>
          <p:nvPr/>
        </p:nvSpPr>
        <p:spPr>
          <a:xfrm rot="2947218">
            <a:off x="8113961" y="1665205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…</a:t>
            </a:r>
            <a:endParaRPr lang="es-419" sz="3200" dirty="0"/>
          </a:p>
        </p:txBody>
      </p:sp>
      <p:sp>
        <p:nvSpPr>
          <p:cNvPr id="18" name="Cara sonriente 17">
            <a:extLst>
              <a:ext uri="{FF2B5EF4-FFF2-40B4-BE49-F238E27FC236}">
                <a16:creationId xmlns:a16="http://schemas.microsoft.com/office/drawing/2014/main" id="{0E9EA110-7975-8DFD-CC72-207508A176A2}"/>
              </a:ext>
            </a:extLst>
          </p:cNvPr>
          <p:cNvSpPr/>
          <p:nvPr/>
        </p:nvSpPr>
        <p:spPr>
          <a:xfrm>
            <a:off x="6578294" y="78835"/>
            <a:ext cx="617621" cy="633663"/>
          </a:xfrm>
          <a:prstGeom prst="smileyFac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909EB0FD-D5F8-321B-47F6-01A5893FC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57800"/>
              </p:ext>
            </p:extLst>
          </p:nvPr>
        </p:nvGraphicFramePr>
        <p:xfrm>
          <a:off x="1162842" y="1569765"/>
          <a:ext cx="6408000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83997968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033343306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714888192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11243080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32246667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1961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1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T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Anxiety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983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Depr.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49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Physical Activity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403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Sleep quality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01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Cognitive Score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185902"/>
                  </a:ext>
                </a:extLst>
              </a:tr>
            </a:tbl>
          </a:graphicData>
        </a:graphic>
      </p:graphicFrame>
      <p:graphicFrame>
        <p:nvGraphicFramePr>
          <p:cNvPr id="33" name="Tabla 32">
            <a:extLst>
              <a:ext uri="{FF2B5EF4-FFF2-40B4-BE49-F238E27FC236}">
                <a16:creationId xmlns:a16="http://schemas.microsoft.com/office/drawing/2014/main" id="{D3D3E641-2B23-4E32-65A2-05E352DF1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380051"/>
              </p:ext>
            </p:extLst>
          </p:nvPr>
        </p:nvGraphicFramePr>
        <p:xfrm>
          <a:off x="1899025" y="2474607"/>
          <a:ext cx="6408000" cy="2219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83997968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033343306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714888192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11243080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32246667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1961923"/>
                    </a:ext>
                  </a:extLst>
                </a:gridCol>
              </a:tblGrid>
              <a:tr h="335109"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1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T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Anxiety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983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Depr.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49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Physical Activity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403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Sleep quality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01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Cognitive Score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185902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82765A6-308D-FB78-5B64-6387914A8F8C}"/>
              </a:ext>
            </a:extLst>
          </p:cNvPr>
          <p:cNvSpPr txBox="1"/>
          <p:nvPr/>
        </p:nvSpPr>
        <p:spPr>
          <a:xfrm rot="2947218">
            <a:off x="1399729" y="1753587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…</a:t>
            </a:r>
            <a:endParaRPr lang="es-419" sz="3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2AF8B6D-175D-02BD-8ECF-5D804063EBCD}"/>
              </a:ext>
            </a:extLst>
          </p:cNvPr>
          <p:cNvSpPr txBox="1"/>
          <p:nvPr/>
        </p:nvSpPr>
        <p:spPr>
          <a:xfrm rot="2947218">
            <a:off x="3044120" y="1746486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…</a:t>
            </a:r>
            <a:endParaRPr lang="es-419" sz="3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80AF773-0C39-83B3-7D03-5EEAB5A4E7E0}"/>
              </a:ext>
            </a:extLst>
          </p:cNvPr>
          <p:cNvSpPr txBox="1"/>
          <p:nvPr/>
        </p:nvSpPr>
        <p:spPr>
          <a:xfrm rot="2947218">
            <a:off x="5633405" y="1729799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…</a:t>
            </a:r>
            <a:endParaRPr lang="es-419" sz="3200" dirty="0"/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2353D04A-DB1A-6576-AC81-97CA0AF4A0CC}"/>
              </a:ext>
            </a:extLst>
          </p:cNvPr>
          <p:cNvGrpSpPr/>
          <p:nvPr/>
        </p:nvGrpSpPr>
        <p:grpSpPr>
          <a:xfrm>
            <a:off x="4038887" y="4957731"/>
            <a:ext cx="1699427" cy="1778336"/>
            <a:chOff x="8921953" y="3585846"/>
            <a:chExt cx="2698937" cy="2824255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D5383D2C-3FB2-85F6-500A-5ACE978519B4}"/>
                </a:ext>
              </a:extLst>
            </p:cNvPr>
            <p:cNvSpPr/>
            <p:nvPr/>
          </p:nvSpPr>
          <p:spPr>
            <a:xfrm>
              <a:off x="10358633" y="3585846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dirty="0">
                  <a:solidFill>
                    <a:schemeClr val="tx1"/>
                  </a:solidFill>
                </a:rPr>
                <a:t>D</a:t>
              </a:r>
              <a:endParaRPr lang="es-419" sz="1600" dirty="0">
                <a:solidFill>
                  <a:schemeClr val="tx1"/>
                </a:solidFill>
              </a:endParaRP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6E335EDD-3DAC-58FF-9FB1-C805F497531F}"/>
                </a:ext>
              </a:extLst>
            </p:cNvPr>
            <p:cNvSpPr/>
            <p:nvPr/>
          </p:nvSpPr>
          <p:spPr>
            <a:xfrm>
              <a:off x="8921953" y="3943830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dirty="0">
                  <a:solidFill>
                    <a:schemeClr val="tx1"/>
                  </a:solidFill>
                </a:rPr>
                <a:t>S</a:t>
              </a:r>
              <a:endParaRPr lang="es-419" sz="1600" dirty="0">
                <a:solidFill>
                  <a:schemeClr val="tx1"/>
                </a:solidFill>
              </a:endParaRP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E7FECA18-32F8-1674-DACE-85A8C9EBE194}"/>
                </a:ext>
              </a:extLst>
            </p:cNvPr>
            <p:cNvSpPr/>
            <p:nvPr/>
          </p:nvSpPr>
          <p:spPr>
            <a:xfrm>
              <a:off x="10358633" y="5986935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dirty="0">
                  <a:solidFill>
                    <a:schemeClr val="tx1"/>
                  </a:solidFill>
                </a:rPr>
                <a:t>P</a:t>
              </a:r>
              <a:endParaRPr lang="es-419" sz="1600" dirty="0">
                <a:solidFill>
                  <a:schemeClr val="tx1"/>
                </a:solidFill>
              </a:endParaRPr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99E1FA0A-05DA-E294-1AEF-F8400AD4D781}"/>
                </a:ext>
              </a:extLst>
            </p:cNvPr>
            <p:cNvSpPr/>
            <p:nvPr/>
          </p:nvSpPr>
          <p:spPr>
            <a:xfrm>
              <a:off x="8927068" y="5599928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dirty="0">
                  <a:solidFill>
                    <a:schemeClr val="tx1"/>
                  </a:solidFill>
                </a:rPr>
                <a:t>C</a:t>
              </a:r>
              <a:endParaRPr lang="es-419" sz="1600" dirty="0">
                <a:solidFill>
                  <a:schemeClr val="tx1"/>
                </a:solidFill>
              </a:endParaRP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7813482-D21D-8B34-7D32-8E5F110EE9FE}"/>
                </a:ext>
              </a:extLst>
            </p:cNvPr>
            <p:cNvSpPr/>
            <p:nvPr/>
          </p:nvSpPr>
          <p:spPr>
            <a:xfrm>
              <a:off x="11197724" y="4718639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dirty="0">
                  <a:solidFill>
                    <a:schemeClr val="tx1"/>
                  </a:solidFill>
                </a:rPr>
                <a:t>A</a:t>
              </a:r>
              <a:endParaRPr lang="es-419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6DA36B9A-D87D-9906-186B-6D648622236E}"/>
                </a:ext>
              </a:extLst>
            </p:cNvPr>
            <p:cNvCxnSpPr>
              <a:cxnSpLocks/>
              <a:stCxn id="13" idx="1"/>
              <a:endCxn id="4" idx="5"/>
            </p:cNvCxnSpPr>
            <p:nvPr/>
          </p:nvCxnSpPr>
          <p:spPr>
            <a:xfrm flipH="1" flipV="1">
              <a:off x="10719828" y="3947041"/>
              <a:ext cx="539867" cy="833569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DBA2E43E-9411-6095-2C78-8A4F6BF67060}"/>
                </a:ext>
              </a:extLst>
            </p:cNvPr>
            <p:cNvCxnSpPr>
              <a:cxnSpLocks/>
              <a:stCxn id="13" idx="4"/>
              <a:endCxn id="9" idx="7"/>
            </p:cNvCxnSpPr>
            <p:nvPr/>
          </p:nvCxnSpPr>
          <p:spPr>
            <a:xfrm flipH="1">
              <a:off x="10719828" y="5141805"/>
              <a:ext cx="689479" cy="907101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305D493C-F06E-D2FB-DE2B-71E77E16505E}"/>
                </a:ext>
              </a:extLst>
            </p:cNvPr>
            <p:cNvCxnSpPr>
              <a:cxnSpLocks/>
              <a:stCxn id="12" idx="7"/>
              <a:endCxn id="13" idx="3"/>
            </p:cNvCxnSpPr>
            <p:nvPr/>
          </p:nvCxnSpPr>
          <p:spPr>
            <a:xfrm flipV="1">
              <a:off x="9288263" y="5079834"/>
              <a:ext cx="1971432" cy="582065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923B9035-2FC3-CE4B-8B37-172919266392}"/>
                </a:ext>
              </a:extLst>
            </p:cNvPr>
            <p:cNvCxnSpPr>
              <a:cxnSpLocks/>
              <a:stCxn id="8" idx="5"/>
              <a:endCxn id="13" idx="1"/>
            </p:cNvCxnSpPr>
            <p:nvPr/>
          </p:nvCxnSpPr>
          <p:spPr>
            <a:xfrm>
              <a:off x="9283148" y="4305025"/>
              <a:ext cx="1976547" cy="475585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C46C7179-23EF-EAA4-C557-3687A4A184F6}"/>
                </a:ext>
              </a:extLst>
            </p:cNvPr>
            <p:cNvCxnSpPr>
              <a:stCxn id="4" idx="1"/>
              <a:endCxn id="8" idx="7"/>
            </p:cNvCxnSpPr>
            <p:nvPr/>
          </p:nvCxnSpPr>
          <p:spPr>
            <a:xfrm flipH="1">
              <a:off x="9283148" y="3647817"/>
              <a:ext cx="1137456" cy="357984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861D90F9-4E56-9C42-86D8-5859B2974DDC}"/>
                </a:ext>
              </a:extLst>
            </p:cNvPr>
            <p:cNvCxnSpPr>
              <a:stCxn id="8" idx="6"/>
              <a:endCxn id="4" idx="2"/>
            </p:cNvCxnSpPr>
            <p:nvPr/>
          </p:nvCxnSpPr>
          <p:spPr>
            <a:xfrm flipV="1">
              <a:off x="9345119" y="3797429"/>
              <a:ext cx="1013514" cy="357984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9F0B4824-CFF6-7D92-CE43-63F1C3E720D6}"/>
              </a:ext>
            </a:extLst>
          </p:cNvPr>
          <p:cNvCxnSpPr/>
          <p:nvPr/>
        </p:nvCxnSpPr>
        <p:spPr>
          <a:xfrm>
            <a:off x="2265257" y="5055225"/>
            <a:ext cx="1458259" cy="901145"/>
          </a:xfrm>
          <a:prstGeom prst="bentConnector3">
            <a:avLst>
              <a:gd name="adj1" fmla="val 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Abrir llave 26">
            <a:extLst>
              <a:ext uri="{FF2B5EF4-FFF2-40B4-BE49-F238E27FC236}">
                <a16:creationId xmlns:a16="http://schemas.microsoft.com/office/drawing/2014/main" id="{A50AA361-4F29-77B5-E453-090BCDC7E967}"/>
              </a:ext>
            </a:extLst>
          </p:cNvPr>
          <p:cNvSpPr/>
          <p:nvPr/>
        </p:nvSpPr>
        <p:spPr>
          <a:xfrm rot="16200000">
            <a:off x="3906468" y="637255"/>
            <a:ext cx="775653" cy="8271207"/>
          </a:xfrm>
          <a:prstGeom prst="leftBrace">
            <a:avLst>
              <a:gd name="adj1" fmla="val 37626"/>
              <a:gd name="adj2" fmla="val 25362"/>
            </a:avLst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20710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D24A-E1A6-A3ED-133D-82628A001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D75D0A43-7894-4AE1-AAAC-3B76D0FAF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523093"/>
              </p:ext>
            </p:extLst>
          </p:nvPr>
        </p:nvGraphicFramePr>
        <p:xfrm>
          <a:off x="153594" y="466219"/>
          <a:ext cx="6408000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83997968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033343306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714888192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11243080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32246667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1961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1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T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Anxiety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983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Depr.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49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Physical Activity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403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Sleep quality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01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Cognitive Score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185902"/>
                  </a:ext>
                </a:extLst>
              </a:tr>
            </a:tbl>
          </a:graphicData>
        </a:graphic>
      </p:graphicFrame>
      <p:graphicFrame>
        <p:nvGraphicFramePr>
          <p:cNvPr id="35" name="Tabla 34">
            <a:extLst>
              <a:ext uri="{FF2B5EF4-FFF2-40B4-BE49-F238E27FC236}">
                <a16:creationId xmlns:a16="http://schemas.microsoft.com/office/drawing/2014/main" id="{EC683EF9-A19F-539A-F629-8FA6977AD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910451"/>
              </p:ext>
            </p:extLst>
          </p:nvPr>
        </p:nvGraphicFramePr>
        <p:xfrm>
          <a:off x="661472" y="1075479"/>
          <a:ext cx="6408000" cy="22250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83997968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033343306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714888192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11243080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32246667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1961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1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T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Anxiety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983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Depr.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49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Physical Activity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403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Sleep quality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01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Cognitive Score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185902"/>
                  </a:ext>
                </a:extLst>
              </a:tr>
            </a:tbl>
          </a:graphicData>
        </a:graphic>
      </p:graphicFrame>
      <p:sp>
        <p:nvSpPr>
          <p:cNvPr id="5" name="Cara sonriente 4">
            <a:extLst>
              <a:ext uri="{FF2B5EF4-FFF2-40B4-BE49-F238E27FC236}">
                <a16:creationId xmlns:a16="http://schemas.microsoft.com/office/drawing/2014/main" id="{77EF33BF-141A-C704-C273-937ABD2EEB8F}"/>
              </a:ext>
            </a:extLst>
          </p:cNvPr>
          <p:cNvSpPr/>
          <p:nvPr/>
        </p:nvSpPr>
        <p:spPr>
          <a:xfrm>
            <a:off x="7089523" y="745874"/>
            <a:ext cx="617621" cy="633663"/>
          </a:xfrm>
          <a:prstGeom prst="smileyFace">
            <a:avLst/>
          </a:prstGeom>
          <a:solidFill>
            <a:srgbClr val="92D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" name="Cara sonriente 6">
            <a:extLst>
              <a:ext uri="{FF2B5EF4-FFF2-40B4-BE49-F238E27FC236}">
                <a16:creationId xmlns:a16="http://schemas.microsoft.com/office/drawing/2014/main" id="{F2525513-2FC5-EACF-69EE-BAC45D41C0EA}"/>
              </a:ext>
            </a:extLst>
          </p:cNvPr>
          <p:cNvSpPr/>
          <p:nvPr/>
        </p:nvSpPr>
        <p:spPr>
          <a:xfrm>
            <a:off x="7605848" y="1332616"/>
            <a:ext cx="617621" cy="633663"/>
          </a:xfrm>
          <a:prstGeom prst="smileyFac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1" name="Cara sonriente 10">
            <a:extLst>
              <a:ext uri="{FF2B5EF4-FFF2-40B4-BE49-F238E27FC236}">
                <a16:creationId xmlns:a16="http://schemas.microsoft.com/office/drawing/2014/main" id="{594B42A5-176A-288E-2CDC-88A5708F0CF3}"/>
              </a:ext>
            </a:extLst>
          </p:cNvPr>
          <p:cNvSpPr/>
          <p:nvPr/>
        </p:nvSpPr>
        <p:spPr>
          <a:xfrm>
            <a:off x="8359879" y="2299368"/>
            <a:ext cx="617621" cy="633663"/>
          </a:xfrm>
          <a:prstGeom prst="smileyFac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D9490B1-A14F-85DA-251D-BAD1D546ABD5}"/>
              </a:ext>
            </a:extLst>
          </p:cNvPr>
          <p:cNvSpPr txBox="1"/>
          <p:nvPr/>
        </p:nvSpPr>
        <p:spPr>
          <a:xfrm rot="2947218">
            <a:off x="8108865" y="1743619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…</a:t>
            </a:r>
            <a:endParaRPr lang="es-419" sz="3200" dirty="0"/>
          </a:p>
        </p:txBody>
      </p:sp>
      <p:sp>
        <p:nvSpPr>
          <p:cNvPr id="18" name="Cara sonriente 17">
            <a:extLst>
              <a:ext uri="{FF2B5EF4-FFF2-40B4-BE49-F238E27FC236}">
                <a16:creationId xmlns:a16="http://schemas.microsoft.com/office/drawing/2014/main" id="{92E1D2B4-A453-9B35-6B74-E07F38189236}"/>
              </a:ext>
            </a:extLst>
          </p:cNvPr>
          <p:cNvSpPr/>
          <p:nvPr/>
        </p:nvSpPr>
        <p:spPr>
          <a:xfrm>
            <a:off x="6573198" y="157249"/>
            <a:ext cx="617621" cy="633663"/>
          </a:xfrm>
          <a:prstGeom prst="smileyFac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A58E8488-28C9-3093-1747-FFA5BB47F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64325"/>
              </p:ext>
            </p:extLst>
          </p:nvPr>
        </p:nvGraphicFramePr>
        <p:xfrm>
          <a:off x="1157746" y="1648179"/>
          <a:ext cx="640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83997968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033343306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714888192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11243080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32246667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1961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1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T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Anxiety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983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Depr.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49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Physical Activity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403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Sleep quality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01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Cognitive Score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185902"/>
                  </a:ext>
                </a:extLst>
              </a:tr>
            </a:tbl>
          </a:graphicData>
        </a:graphic>
      </p:graphicFrame>
      <p:graphicFrame>
        <p:nvGraphicFramePr>
          <p:cNvPr id="33" name="Tabla 32">
            <a:extLst>
              <a:ext uri="{FF2B5EF4-FFF2-40B4-BE49-F238E27FC236}">
                <a16:creationId xmlns:a16="http://schemas.microsoft.com/office/drawing/2014/main" id="{30D9324C-29BB-EA41-4EA0-288DB8C8B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315010"/>
              </p:ext>
            </p:extLst>
          </p:nvPr>
        </p:nvGraphicFramePr>
        <p:xfrm>
          <a:off x="1893929" y="2553021"/>
          <a:ext cx="6408000" cy="22199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83997968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033343306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714888192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11243080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32246667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1961923"/>
                    </a:ext>
                  </a:extLst>
                </a:gridCol>
              </a:tblGrid>
              <a:tr h="335109"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1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Day 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Day T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Anxiety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983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Depr.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49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Physical Activity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403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Sleep quality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01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Cognitive Score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185902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6323355A-F3BE-1F62-C6DA-7516593FBAAA}"/>
              </a:ext>
            </a:extLst>
          </p:cNvPr>
          <p:cNvSpPr txBox="1"/>
          <p:nvPr/>
        </p:nvSpPr>
        <p:spPr>
          <a:xfrm rot="2947218">
            <a:off x="1394633" y="1832001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…</a:t>
            </a:r>
            <a:endParaRPr lang="es-419" sz="3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B3FDE8F-E36F-A2FC-6FFD-5F3308189341}"/>
              </a:ext>
            </a:extLst>
          </p:cNvPr>
          <p:cNvSpPr txBox="1"/>
          <p:nvPr/>
        </p:nvSpPr>
        <p:spPr>
          <a:xfrm rot="2947218">
            <a:off x="3039024" y="1824900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…</a:t>
            </a:r>
            <a:endParaRPr lang="es-419" sz="3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AA53DFF-0F80-3A50-F90A-DEB6634B5AF9}"/>
              </a:ext>
            </a:extLst>
          </p:cNvPr>
          <p:cNvSpPr txBox="1"/>
          <p:nvPr/>
        </p:nvSpPr>
        <p:spPr>
          <a:xfrm rot="2947218">
            <a:off x="5628309" y="1808213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…</a:t>
            </a:r>
            <a:endParaRPr lang="es-419" sz="3200" dirty="0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5E02E979-3B7C-11E0-4B96-B50574763DD9}"/>
              </a:ext>
            </a:extLst>
          </p:cNvPr>
          <p:cNvCxnSpPr>
            <a:cxnSpLocks/>
          </p:cNvCxnSpPr>
          <p:nvPr/>
        </p:nvCxnSpPr>
        <p:spPr>
          <a:xfrm>
            <a:off x="484095" y="790912"/>
            <a:ext cx="0" cy="3982069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upo 26">
            <a:extLst>
              <a:ext uri="{FF2B5EF4-FFF2-40B4-BE49-F238E27FC236}">
                <a16:creationId xmlns:a16="http://schemas.microsoft.com/office/drawing/2014/main" id="{DF14E3DA-17D5-6873-E591-E773125812BE}"/>
              </a:ext>
            </a:extLst>
          </p:cNvPr>
          <p:cNvGrpSpPr/>
          <p:nvPr/>
        </p:nvGrpSpPr>
        <p:grpSpPr>
          <a:xfrm>
            <a:off x="515950" y="4877898"/>
            <a:ext cx="1671393" cy="1749000"/>
            <a:chOff x="169155" y="2644954"/>
            <a:chExt cx="2698937" cy="2824255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C3059F9A-0E92-447C-3F15-990ACA940F19}"/>
                </a:ext>
              </a:extLst>
            </p:cNvPr>
            <p:cNvSpPr/>
            <p:nvPr/>
          </p:nvSpPr>
          <p:spPr>
            <a:xfrm>
              <a:off x="1605835" y="2644954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dirty="0">
                  <a:solidFill>
                    <a:schemeClr val="tx1"/>
                  </a:solidFill>
                </a:rPr>
                <a:t>D</a:t>
              </a:r>
              <a:endParaRPr lang="es-419" sz="1600" dirty="0">
                <a:solidFill>
                  <a:schemeClr val="tx1"/>
                </a:solidFill>
              </a:endParaRP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7DAEBD26-6BC7-05B0-B3C2-AE01C6DA1220}"/>
                </a:ext>
              </a:extLst>
            </p:cNvPr>
            <p:cNvSpPr/>
            <p:nvPr/>
          </p:nvSpPr>
          <p:spPr>
            <a:xfrm>
              <a:off x="169155" y="3002938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dirty="0">
                  <a:solidFill>
                    <a:schemeClr val="tx1"/>
                  </a:solidFill>
                </a:rPr>
                <a:t>S</a:t>
              </a:r>
              <a:endParaRPr lang="es-419" sz="1600" dirty="0">
                <a:solidFill>
                  <a:schemeClr val="tx1"/>
                </a:solidFill>
              </a:endParaRPr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A2E0BF90-605E-4795-6FF4-59C36D46462D}"/>
                </a:ext>
              </a:extLst>
            </p:cNvPr>
            <p:cNvSpPr/>
            <p:nvPr/>
          </p:nvSpPr>
          <p:spPr>
            <a:xfrm>
              <a:off x="1605835" y="5046043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dirty="0">
                  <a:solidFill>
                    <a:schemeClr val="tx1"/>
                  </a:solidFill>
                </a:rPr>
                <a:t>P</a:t>
              </a:r>
              <a:endParaRPr lang="es-419" sz="1600" dirty="0">
                <a:solidFill>
                  <a:schemeClr val="tx1"/>
                </a:solidFill>
              </a:endParaRP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A02C88C-9426-8B22-2C6C-56B6B2B3B75A}"/>
                </a:ext>
              </a:extLst>
            </p:cNvPr>
            <p:cNvSpPr/>
            <p:nvPr/>
          </p:nvSpPr>
          <p:spPr>
            <a:xfrm>
              <a:off x="174270" y="4659036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dirty="0">
                  <a:solidFill>
                    <a:schemeClr val="tx1"/>
                  </a:solidFill>
                </a:rPr>
                <a:t>C</a:t>
              </a:r>
              <a:endParaRPr lang="es-419" sz="1600" dirty="0">
                <a:solidFill>
                  <a:schemeClr val="tx1"/>
                </a:solidFill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CF54B9B5-D9E2-9B84-FBDC-B6B93AE67F00}"/>
                </a:ext>
              </a:extLst>
            </p:cNvPr>
            <p:cNvSpPr/>
            <p:nvPr/>
          </p:nvSpPr>
          <p:spPr>
            <a:xfrm>
              <a:off x="2444926" y="3777747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dirty="0">
                  <a:solidFill>
                    <a:schemeClr val="tx1"/>
                  </a:solidFill>
                </a:rPr>
                <a:t>A</a:t>
              </a:r>
              <a:endParaRPr lang="es-419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2384E6A4-2015-80BB-AA73-03E83BA3CB3B}"/>
                </a:ext>
              </a:extLst>
            </p:cNvPr>
            <p:cNvCxnSpPr>
              <a:cxnSpLocks/>
              <a:stCxn id="12" idx="1"/>
              <a:endCxn id="8" idx="3"/>
            </p:cNvCxnSpPr>
            <p:nvPr/>
          </p:nvCxnSpPr>
          <p:spPr>
            <a:xfrm flipV="1">
              <a:off x="1667806" y="3006149"/>
              <a:ext cx="0" cy="2101865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58663517-6B7F-A3E9-1F6B-5DC24EB3F5AD}"/>
                </a:ext>
              </a:extLst>
            </p:cNvPr>
            <p:cNvCxnSpPr>
              <a:cxnSpLocks/>
              <a:stCxn id="14" idx="1"/>
              <a:endCxn id="8" idx="5"/>
            </p:cNvCxnSpPr>
            <p:nvPr/>
          </p:nvCxnSpPr>
          <p:spPr>
            <a:xfrm flipH="1" flipV="1">
              <a:off x="1967030" y="3006149"/>
              <a:ext cx="539867" cy="833569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26E46FE1-5BCE-2080-9349-68C0E68A4A3C}"/>
                </a:ext>
              </a:extLst>
            </p:cNvPr>
            <p:cNvCxnSpPr>
              <a:cxnSpLocks/>
              <a:stCxn id="14" idx="4"/>
              <a:endCxn id="12" idx="7"/>
            </p:cNvCxnSpPr>
            <p:nvPr/>
          </p:nvCxnSpPr>
          <p:spPr>
            <a:xfrm flipH="1">
              <a:off x="1967030" y="4200913"/>
              <a:ext cx="689479" cy="907101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8F9F3F05-88EC-1FCF-04E3-8EC7F79B55D9}"/>
                </a:ext>
              </a:extLst>
            </p:cNvPr>
            <p:cNvCxnSpPr>
              <a:cxnSpLocks/>
              <a:stCxn id="13" idx="7"/>
              <a:endCxn id="14" idx="3"/>
            </p:cNvCxnSpPr>
            <p:nvPr/>
          </p:nvCxnSpPr>
          <p:spPr>
            <a:xfrm flipV="1">
              <a:off x="535465" y="4138942"/>
              <a:ext cx="1971432" cy="582065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50FC7BFF-B076-88ED-3AB6-4000ADDF921E}"/>
                </a:ext>
              </a:extLst>
            </p:cNvPr>
            <p:cNvCxnSpPr>
              <a:cxnSpLocks/>
              <a:stCxn id="9" idx="5"/>
              <a:endCxn id="14" idx="1"/>
            </p:cNvCxnSpPr>
            <p:nvPr/>
          </p:nvCxnSpPr>
          <p:spPr>
            <a:xfrm>
              <a:off x="530350" y="3364133"/>
              <a:ext cx="1976547" cy="475585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0D5A47C8-9B71-8D5E-80F5-454DF481C884}"/>
                </a:ext>
              </a:extLst>
            </p:cNvPr>
            <p:cNvCxnSpPr>
              <a:cxnSpLocks/>
              <a:stCxn id="9" idx="7"/>
              <a:endCxn id="8" idx="1"/>
            </p:cNvCxnSpPr>
            <p:nvPr/>
          </p:nvCxnSpPr>
          <p:spPr>
            <a:xfrm flipV="1">
              <a:off x="530350" y="2706925"/>
              <a:ext cx="1137456" cy="357984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C521AB51-BE97-6617-509E-7F4D530A0296}"/>
                </a:ext>
              </a:extLst>
            </p:cNvPr>
            <p:cNvCxnSpPr>
              <a:cxnSpLocks/>
              <a:stCxn id="8" idx="2"/>
              <a:endCxn id="9" idx="6"/>
            </p:cNvCxnSpPr>
            <p:nvPr/>
          </p:nvCxnSpPr>
          <p:spPr>
            <a:xfrm flipH="1">
              <a:off x="592321" y="2856537"/>
              <a:ext cx="1013514" cy="357984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14734C99-A287-0FA9-FEB6-E2F256342B97}"/>
                </a:ext>
              </a:extLst>
            </p:cNvPr>
            <p:cNvCxnSpPr>
              <a:cxnSpLocks/>
              <a:stCxn id="8" idx="4"/>
              <a:endCxn id="12" idx="0"/>
            </p:cNvCxnSpPr>
            <p:nvPr/>
          </p:nvCxnSpPr>
          <p:spPr>
            <a:xfrm>
              <a:off x="1817418" y="3068120"/>
              <a:ext cx="0" cy="1977923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E0354C88-FBE1-8096-BF9C-C3BE0CADAFAA}"/>
                </a:ext>
              </a:extLst>
            </p:cNvPr>
            <p:cNvCxnSpPr>
              <a:cxnSpLocks/>
              <a:stCxn id="8" idx="6"/>
              <a:endCxn id="14" idx="0"/>
            </p:cNvCxnSpPr>
            <p:nvPr/>
          </p:nvCxnSpPr>
          <p:spPr>
            <a:xfrm>
              <a:off x="2029001" y="2856537"/>
              <a:ext cx="627508" cy="921210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18808E94-0601-1220-0E57-897684850C73}"/>
              </a:ext>
            </a:extLst>
          </p:cNvPr>
          <p:cNvGrpSpPr/>
          <p:nvPr/>
        </p:nvGrpSpPr>
        <p:grpSpPr>
          <a:xfrm>
            <a:off x="2451842" y="4859602"/>
            <a:ext cx="1771941" cy="1854216"/>
            <a:chOff x="9281792" y="3605390"/>
            <a:chExt cx="2698937" cy="2824255"/>
          </a:xfrm>
        </p:grpSpPr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6B8D37E1-CACB-DC73-00C2-699422BB46F1}"/>
                </a:ext>
              </a:extLst>
            </p:cNvPr>
            <p:cNvSpPr/>
            <p:nvPr/>
          </p:nvSpPr>
          <p:spPr>
            <a:xfrm>
              <a:off x="10718472" y="3605390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dirty="0">
                  <a:solidFill>
                    <a:schemeClr val="tx1"/>
                  </a:solidFill>
                </a:rPr>
                <a:t>D</a:t>
              </a:r>
              <a:endParaRPr lang="es-419" sz="1600" dirty="0">
                <a:solidFill>
                  <a:schemeClr val="tx1"/>
                </a:solidFill>
              </a:endParaRPr>
            </a:p>
          </p:txBody>
        </p:sp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AFC3CE58-F1E7-6D6A-1FB8-5A396976761E}"/>
                </a:ext>
              </a:extLst>
            </p:cNvPr>
            <p:cNvSpPr/>
            <p:nvPr/>
          </p:nvSpPr>
          <p:spPr>
            <a:xfrm>
              <a:off x="9281792" y="3963374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dirty="0">
                  <a:solidFill>
                    <a:schemeClr val="tx1"/>
                  </a:solidFill>
                </a:rPr>
                <a:t>S</a:t>
              </a:r>
              <a:endParaRPr lang="es-419" sz="1600" dirty="0">
                <a:solidFill>
                  <a:schemeClr val="tx1"/>
                </a:solidFill>
              </a:endParaRPr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BBE2E34B-04AD-2B43-18DA-CE75784D1FF4}"/>
                </a:ext>
              </a:extLst>
            </p:cNvPr>
            <p:cNvSpPr/>
            <p:nvPr/>
          </p:nvSpPr>
          <p:spPr>
            <a:xfrm>
              <a:off x="10718472" y="6006479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dirty="0">
                  <a:solidFill>
                    <a:schemeClr val="tx1"/>
                  </a:solidFill>
                </a:rPr>
                <a:t>P</a:t>
              </a:r>
              <a:endParaRPr lang="es-419" sz="1600" dirty="0">
                <a:solidFill>
                  <a:schemeClr val="tx1"/>
                </a:solidFill>
              </a:endParaRP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8C294555-83F5-0754-F062-E98DCC8836C6}"/>
                </a:ext>
              </a:extLst>
            </p:cNvPr>
            <p:cNvSpPr/>
            <p:nvPr/>
          </p:nvSpPr>
          <p:spPr>
            <a:xfrm>
              <a:off x="9286907" y="5619472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dirty="0">
                  <a:solidFill>
                    <a:schemeClr val="tx1"/>
                  </a:solidFill>
                </a:rPr>
                <a:t>C</a:t>
              </a:r>
              <a:endParaRPr lang="es-419" sz="1600" dirty="0">
                <a:solidFill>
                  <a:schemeClr val="tx1"/>
                </a:solidFill>
              </a:endParaRPr>
            </a:p>
          </p:txBody>
        </p:sp>
        <p:sp>
          <p:nvSpPr>
            <p:cNvPr id="55" name="Elipse 54">
              <a:extLst>
                <a:ext uri="{FF2B5EF4-FFF2-40B4-BE49-F238E27FC236}">
                  <a16:creationId xmlns:a16="http://schemas.microsoft.com/office/drawing/2014/main" id="{E753D15C-7E1F-DA41-4378-A9BE7F27DAB3}"/>
                </a:ext>
              </a:extLst>
            </p:cNvPr>
            <p:cNvSpPr/>
            <p:nvPr/>
          </p:nvSpPr>
          <p:spPr>
            <a:xfrm>
              <a:off x="11557563" y="4738183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dirty="0">
                  <a:solidFill>
                    <a:schemeClr val="tx1"/>
                  </a:solidFill>
                </a:rPr>
                <a:t>A</a:t>
              </a:r>
              <a:endParaRPr lang="es-419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7FD1B29A-44AB-6865-4F3A-4A246CB15DD2}"/>
                </a:ext>
              </a:extLst>
            </p:cNvPr>
            <p:cNvCxnSpPr>
              <a:cxnSpLocks/>
              <a:stCxn id="53" idx="1"/>
              <a:endCxn id="51" idx="3"/>
            </p:cNvCxnSpPr>
            <p:nvPr/>
          </p:nvCxnSpPr>
          <p:spPr>
            <a:xfrm flipV="1">
              <a:off x="10780443" y="3966585"/>
              <a:ext cx="0" cy="2101865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de flecha 56">
              <a:extLst>
                <a:ext uri="{FF2B5EF4-FFF2-40B4-BE49-F238E27FC236}">
                  <a16:creationId xmlns:a16="http://schemas.microsoft.com/office/drawing/2014/main" id="{178C51E5-6A26-5737-0894-E01615B60B61}"/>
                </a:ext>
              </a:extLst>
            </p:cNvPr>
            <p:cNvCxnSpPr>
              <a:cxnSpLocks/>
              <a:stCxn id="55" idx="1"/>
              <a:endCxn id="51" idx="5"/>
            </p:cNvCxnSpPr>
            <p:nvPr/>
          </p:nvCxnSpPr>
          <p:spPr>
            <a:xfrm flipH="1" flipV="1">
              <a:off x="11079667" y="3966585"/>
              <a:ext cx="539867" cy="833569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de flecha 57">
              <a:extLst>
                <a:ext uri="{FF2B5EF4-FFF2-40B4-BE49-F238E27FC236}">
                  <a16:creationId xmlns:a16="http://schemas.microsoft.com/office/drawing/2014/main" id="{2B0BBEFF-DBFE-05A4-E524-F013CF3C0F2F}"/>
                </a:ext>
              </a:extLst>
            </p:cNvPr>
            <p:cNvCxnSpPr>
              <a:cxnSpLocks/>
              <a:stCxn id="55" idx="4"/>
              <a:endCxn id="53" idx="7"/>
            </p:cNvCxnSpPr>
            <p:nvPr/>
          </p:nvCxnSpPr>
          <p:spPr>
            <a:xfrm flipH="1">
              <a:off x="11079667" y="5161349"/>
              <a:ext cx="689479" cy="907101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de flecha 58">
              <a:extLst>
                <a:ext uri="{FF2B5EF4-FFF2-40B4-BE49-F238E27FC236}">
                  <a16:creationId xmlns:a16="http://schemas.microsoft.com/office/drawing/2014/main" id="{940A6EA3-3BD3-69D8-A9C2-4329929D5D2C}"/>
                </a:ext>
              </a:extLst>
            </p:cNvPr>
            <p:cNvCxnSpPr>
              <a:cxnSpLocks/>
              <a:stCxn id="54" idx="7"/>
              <a:endCxn id="55" idx="3"/>
            </p:cNvCxnSpPr>
            <p:nvPr/>
          </p:nvCxnSpPr>
          <p:spPr>
            <a:xfrm flipV="1">
              <a:off x="9648102" y="5099378"/>
              <a:ext cx="1971432" cy="582065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de flecha 59">
              <a:extLst>
                <a:ext uri="{FF2B5EF4-FFF2-40B4-BE49-F238E27FC236}">
                  <a16:creationId xmlns:a16="http://schemas.microsoft.com/office/drawing/2014/main" id="{B095577A-0A47-3394-CFF8-BD79089822AA}"/>
                </a:ext>
              </a:extLst>
            </p:cNvPr>
            <p:cNvCxnSpPr>
              <a:cxnSpLocks/>
              <a:stCxn id="52" idx="5"/>
              <a:endCxn id="55" idx="1"/>
            </p:cNvCxnSpPr>
            <p:nvPr/>
          </p:nvCxnSpPr>
          <p:spPr>
            <a:xfrm>
              <a:off x="9642987" y="4324569"/>
              <a:ext cx="1976547" cy="475585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cto de flecha 60">
              <a:extLst>
                <a:ext uri="{FF2B5EF4-FFF2-40B4-BE49-F238E27FC236}">
                  <a16:creationId xmlns:a16="http://schemas.microsoft.com/office/drawing/2014/main" id="{BFE2D1C2-028A-0A75-C3B2-512C9A6FFF03}"/>
                </a:ext>
              </a:extLst>
            </p:cNvPr>
            <p:cNvCxnSpPr>
              <a:cxnSpLocks/>
              <a:stCxn id="54" idx="0"/>
              <a:endCxn id="52" idx="4"/>
            </p:cNvCxnSpPr>
            <p:nvPr/>
          </p:nvCxnSpPr>
          <p:spPr>
            <a:xfrm flipH="1" flipV="1">
              <a:off x="9493375" y="4386540"/>
              <a:ext cx="5115" cy="1232932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de flecha 61">
              <a:extLst>
                <a:ext uri="{FF2B5EF4-FFF2-40B4-BE49-F238E27FC236}">
                  <a16:creationId xmlns:a16="http://schemas.microsoft.com/office/drawing/2014/main" id="{4EEAB38A-B703-5449-FF66-DED1A3A84489}"/>
                </a:ext>
              </a:extLst>
            </p:cNvPr>
            <p:cNvCxnSpPr>
              <a:cxnSpLocks/>
              <a:stCxn id="54" idx="5"/>
              <a:endCxn id="53" idx="3"/>
            </p:cNvCxnSpPr>
            <p:nvPr/>
          </p:nvCxnSpPr>
          <p:spPr>
            <a:xfrm>
              <a:off x="9648102" y="5980667"/>
              <a:ext cx="1132341" cy="387007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de flecha 62">
              <a:extLst>
                <a:ext uri="{FF2B5EF4-FFF2-40B4-BE49-F238E27FC236}">
                  <a16:creationId xmlns:a16="http://schemas.microsoft.com/office/drawing/2014/main" id="{9D03014C-1088-476B-0CD6-DD7743620605}"/>
                </a:ext>
              </a:extLst>
            </p:cNvPr>
            <p:cNvCxnSpPr>
              <a:cxnSpLocks/>
              <a:stCxn id="52" idx="7"/>
              <a:endCxn id="51" idx="1"/>
            </p:cNvCxnSpPr>
            <p:nvPr/>
          </p:nvCxnSpPr>
          <p:spPr>
            <a:xfrm flipV="1">
              <a:off x="9642987" y="3667361"/>
              <a:ext cx="1137456" cy="357984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de flecha 63">
              <a:extLst>
                <a:ext uri="{FF2B5EF4-FFF2-40B4-BE49-F238E27FC236}">
                  <a16:creationId xmlns:a16="http://schemas.microsoft.com/office/drawing/2014/main" id="{5513084B-0882-2F92-124A-F1C133853794}"/>
                </a:ext>
              </a:extLst>
            </p:cNvPr>
            <p:cNvCxnSpPr>
              <a:cxnSpLocks/>
              <a:stCxn id="51" idx="2"/>
              <a:endCxn id="52" idx="6"/>
            </p:cNvCxnSpPr>
            <p:nvPr/>
          </p:nvCxnSpPr>
          <p:spPr>
            <a:xfrm flipH="1">
              <a:off x="9704958" y="3816973"/>
              <a:ext cx="1013514" cy="357984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de flecha 64">
              <a:extLst>
                <a:ext uri="{FF2B5EF4-FFF2-40B4-BE49-F238E27FC236}">
                  <a16:creationId xmlns:a16="http://schemas.microsoft.com/office/drawing/2014/main" id="{18A225A4-DB3C-F43A-F08F-54389E477F33}"/>
                </a:ext>
              </a:extLst>
            </p:cNvPr>
            <p:cNvCxnSpPr>
              <a:cxnSpLocks/>
              <a:stCxn id="53" idx="1"/>
              <a:endCxn id="52" idx="5"/>
            </p:cNvCxnSpPr>
            <p:nvPr/>
          </p:nvCxnSpPr>
          <p:spPr>
            <a:xfrm flipH="1" flipV="1">
              <a:off x="9642987" y="4324569"/>
              <a:ext cx="1137456" cy="1743881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de flecha 65">
              <a:extLst>
                <a:ext uri="{FF2B5EF4-FFF2-40B4-BE49-F238E27FC236}">
                  <a16:creationId xmlns:a16="http://schemas.microsoft.com/office/drawing/2014/main" id="{37875AAD-68BA-AC4A-C5FB-5579EB35B64C}"/>
                </a:ext>
              </a:extLst>
            </p:cNvPr>
            <p:cNvCxnSpPr>
              <a:cxnSpLocks/>
              <a:stCxn id="51" idx="4"/>
              <a:endCxn id="53" idx="0"/>
            </p:cNvCxnSpPr>
            <p:nvPr/>
          </p:nvCxnSpPr>
          <p:spPr>
            <a:xfrm>
              <a:off x="10930055" y="4028556"/>
              <a:ext cx="0" cy="1977923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cto de flecha 66">
              <a:extLst>
                <a:ext uri="{FF2B5EF4-FFF2-40B4-BE49-F238E27FC236}">
                  <a16:creationId xmlns:a16="http://schemas.microsoft.com/office/drawing/2014/main" id="{2607BC50-C374-6345-D33C-41F87B3BD917}"/>
                </a:ext>
              </a:extLst>
            </p:cNvPr>
            <p:cNvCxnSpPr>
              <a:cxnSpLocks/>
              <a:stCxn id="53" idx="1"/>
            </p:cNvCxnSpPr>
            <p:nvPr/>
          </p:nvCxnSpPr>
          <p:spPr>
            <a:xfrm flipH="1" flipV="1">
              <a:off x="9644891" y="5673880"/>
              <a:ext cx="1135552" cy="394570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recto de flecha 67">
              <a:extLst>
                <a:ext uri="{FF2B5EF4-FFF2-40B4-BE49-F238E27FC236}">
                  <a16:creationId xmlns:a16="http://schemas.microsoft.com/office/drawing/2014/main" id="{927557D8-16F4-82FC-FCD6-1FA3D5121600}"/>
                </a:ext>
              </a:extLst>
            </p:cNvPr>
            <p:cNvCxnSpPr>
              <a:stCxn id="51" idx="6"/>
              <a:endCxn id="55" idx="0"/>
            </p:cNvCxnSpPr>
            <p:nvPr/>
          </p:nvCxnSpPr>
          <p:spPr>
            <a:xfrm>
              <a:off x="11141638" y="3816973"/>
              <a:ext cx="627508" cy="921210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Elipse 70">
            <a:extLst>
              <a:ext uri="{FF2B5EF4-FFF2-40B4-BE49-F238E27FC236}">
                <a16:creationId xmlns:a16="http://schemas.microsoft.com/office/drawing/2014/main" id="{80D437D8-E917-20CD-EBD1-0B214CE6D13F}"/>
              </a:ext>
            </a:extLst>
          </p:cNvPr>
          <p:cNvSpPr/>
          <p:nvPr/>
        </p:nvSpPr>
        <p:spPr>
          <a:xfrm>
            <a:off x="5502796" y="4859602"/>
            <a:ext cx="276338" cy="2763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D</a:t>
            </a:r>
            <a:endParaRPr lang="es-419" sz="1600" dirty="0">
              <a:solidFill>
                <a:schemeClr val="tx1"/>
              </a:solidFill>
            </a:endParaRP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0CD1FF61-5226-5A34-4F9C-40B198A37817}"/>
              </a:ext>
            </a:extLst>
          </p:cNvPr>
          <p:cNvSpPr/>
          <p:nvPr/>
        </p:nvSpPr>
        <p:spPr>
          <a:xfrm>
            <a:off x="4564607" y="5093375"/>
            <a:ext cx="276338" cy="2763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S</a:t>
            </a:r>
            <a:endParaRPr lang="es-419" sz="1600" dirty="0">
              <a:solidFill>
                <a:schemeClr val="tx1"/>
              </a:solidFill>
            </a:endParaRPr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5A020E11-9BB1-602C-35E1-ACC4256537E1}"/>
              </a:ext>
            </a:extLst>
          </p:cNvPr>
          <p:cNvSpPr/>
          <p:nvPr/>
        </p:nvSpPr>
        <p:spPr>
          <a:xfrm>
            <a:off x="5502796" y="6427576"/>
            <a:ext cx="276338" cy="2763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P</a:t>
            </a:r>
            <a:endParaRPr lang="es-419" sz="1600" dirty="0">
              <a:solidFill>
                <a:schemeClr val="tx1"/>
              </a:solidFill>
            </a:endParaRP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14556C16-18FF-2C82-626C-84FB093E40C4}"/>
              </a:ext>
            </a:extLst>
          </p:cNvPr>
          <p:cNvSpPr/>
          <p:nvPr/>
        </p:nvSpPr>
        <p:spPr>
          <a:xfrm>
            <a:off x="4567947" y="6174850"/>
            <a:ext cx="276338" cy="2763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C</a:t>
            </a:r>
            <a:endParaRPr lang="es-419" sz="1600" dirty="0">
              <a:solidFill>
                <a:schemeClr val="tx1"/>
              </a:solidFill>
            </a:endParaRPr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2DA4F3AF-FB83-01EC-DD39-E8022C03387A}"/>
              </a:ext>
            </a:extLst>
          </p:cNvPr>
          <p:cNvSpPr/>
          <p:nvPr/>
        </p:nvSpPr>
        <p:spPr>
          <a:xfrm>
            <a:off x="6050744" y="5599345"/>
            <a:ext cx="276338" cy="2763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A</a:t>
            </a:r>
            <a:endParaRPr lang="es-419" sz="1600" dirty="0">
              <a:solidFill>
                <a:schemeClr val="tx1"/>
              </a:solidFill>
            </a:endParaRPr>
          </a:p>
        </p:txBody>
      </p: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F2B95554-87C8-7D31-F33E-23766EF17EC5}"/>
              </a:ext>
            </a:extLst>
          </p:cNvPr>
          <p:cNvCxnSpPr>
            <a:cxnSpLocks/>
            <a:stCxn id="75" idx="1"/>
            <a:endCxn id="71" idx="5"/>
          </p:cNvCxnSpPr>
          <p:nvPr/>
        </p:nvCxnSpPr>
        <p:spPr>
          <a:xfrm flipH="1" flipV="1">
            <a:off x="5738666" y="5095472"/>
            <a:ext cx="352547" cy="54434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de flecha 76">
            <a:extLst>
              <a:ext uri="{FF2B5EF4-FFF2-40B4-BE49-F238E27FC236}">
                <a16:creationId xmlns:a16="http://schemas.microsoft.com/office/drawing/2014/main" id="{47E6CDE8-49FF-BC6F-8C21-13E587009D25}"/>
              </a:ext>
            </a:extLst>
          </p:cNvPr>
          <p:cNvCxnSpPr>
            <a:cxnSpLocks/>
            <a:stCxn id="75" idx="4"/>
            <a:endCxn id="73" idx="7"/>
          </p:cNvCxnSpPr>
          <p:nvPr/>
        </p:nvCxnSpPr>
        <p:spPr>
          <a:xfrm flipH="1">
            <a:off x="5738666" y="5875684"/>
            <a:ext cx="450248" cy="59236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de flecha 77">
            <a:extLst>
              <a:ext uri="{FF2B5EF4-FFF2-40B4-BE49-F238E27FC236}">
                <a16:creationId xmlns:a16="http://schemas.microsoft.com/office/drawing/2014/main" id="{3134DA37-FECA-C893-82D8-54EDD7980F1F}"/>
              </a:ext>
            </a:extLst>
          </p:cNvPr>
          <p:cNvCxnSpPr>
            <a:cxnSpLocks/>
            <a:stCxn id="74" idx="7"/>
            <a:endCxn id="75" idx="3"/>
          </p:cNvCxnSpPr>
          <p:nvPr/>
        </p:nvCxnSpPr>
        <p:spPr>
          <a:xfrm flipV="1">
            <a:off x="4803817" y="5835215"/>
            <a:ext cx="1287396" cy="38010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ED3544BA-D976-F2E7-6AC3-2D1D83B39008}"/>
              </a:ext>
            </a:extLst>
          </p:cNvPr>
          <p:cNvCxnSpPr>
            <a:cxnSpLocks/>
            <a:stCxn id="72" idx="5"/>
            <a:endCxn id="75" idx="1"/>
          </p:cNvCxnSpPr>
          <p:nvPr/>
        </p:nvCxnSpPr>
        <p:spPr>
          <a:xfrm>
            <a:off x="4800477" y="5329245"/>
            <a:ext cx="1290736" cy="31056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C1E38B29-E59C-16D0-ACDD-157AEECE8733}"/>
              </a:ext>
            </a:extLst>
          </p:cNvPr>
          <p:cNvCxnSpPr>
            <a:cxnSpLocks/>
            <a:stCxn id="71" idx="1"/>
            <a:endCxn id="72" idx="7"/>
          </p:cNvCxnSpPr>
          <p:nvPr/>
        </p:nvCxnSpPr>
        <p:spPr>
          <a:xfrm flipH="1">
            <a:off x="4800477" y="4900071"/>
            <a:ext cx="742788" cy="23377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1E2F587D-2FDB-68B2-EA39-8A22C717DBA8}"/>
              </a:ext>
            </a:extLst>
          </p:cNvPr>
          <p:cNvCxnSpPr>
            <a:cxnSpLocks/>
            <a:stCxn id="72" idx="6"/>
            <a:endCxn id="71" idx="2"/>
          </p:cNvCxnSpPr>
          <p:nvPr/>
        </p:nvCxnSpPr>
        <p:spPr>
          <a:xfrm flipV="1">
            <a:off x="4840945" y="4997771"/>
            <a:ext cx="661851" cy="23377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Elipse 81">
            <a:extLst>
              <a:ext uri="{FF2B5EF4-FFF2-40B4-BE49-F238E27FC236}">
                <a16:creationId xmlns:a16="http://schemas.microsoft.com/office/drawing/2014/main" id="{BA367849-0C6B-D031-69E1-5A41849986AE}"/>
              </a:ext>
            </a:extLst>
          </p:cNvPr>
          <p:cNvSpPr/>
          <p:nvPr/>
        </p:nvSpPr>
        <p:spPr>
          <a:xfrm>
            <a:off x="8061696" y="4877898"/>
            <a:ext cx="276338" cy="2763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D</a:t>
            </a:r>
            <a:endParaRPr lang="es-419" sz="1600" dirty="0">
              <a:solidFill>
                <a:schemeClr val="tx1"/>
              </a:solidFill>
            </a:endParaRPr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4A94578E-EFD7-D6FF-2431-3AD2132BD334}"/>
              </a:ext>
            </a:extLst>
          </p:cNvPr>
          <p:cNvSpPr/>
          <p:nvPr/>
        </p:nvSpPr>
        <p:spPr>
          <a:xfrm>
            <a:off x="7123506" y="5111671"/>
            <a:ext cx="276338" cy="2763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S</a:t>
            </a:r>
            <a:endParaRPr lang="es-419" sz="1600" dirty="0">
              <a:solidFill>
                <a:schemeClr val="tx1"/>
              </a:solidFill>
            </a:endParaRP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980DDED7-35FF-E257-3FBE-5C5EA3B99804}"/>
              </a:ext>
            </a:extLst>
          </p:cNvPr>
          <p:cNvSpPr/>
          <p:nvPr/>
        </p:nvSpPr>
        <p:spPr>
          <a:xfrm>
            <a:off x="8061696" y="6445872"/>
            <a:ext cx="276338" cy="2763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P</a:t>
            </a:r>
            <a:endParaRPr lang="es-419" sz="1600" dirty="0">
              <a:solidFill>
                <a:schemeClr val="tx1"/>
              </a:solidFill>
            </a:endParaRPr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1169B06A-982C-AC53-0E7F-E8506332B1D0}"/>
              </a:ext>
            </a:extLst>
          </p:cNvPr>
          <p:cNvSpPr/>
          <p:nvPr/>
        </p:nvSpPr>
        <p:spPr>
          <a:xfrm>
            <a:off x="7126847" y="6193146"/>
            <a:ext cx="276338" cy="2763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C</a:t>
            </a:r>
            <a:endParaRPr lang="es-419" sz="1600" dirty="0">
              <a:solidFill>
                <a:schemeClr val="tx1"/>
              </a:solidFill>
            </a:endParaRPr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5C85852F-0878-2511-B01A-3CBDFA1F3E5A}"/>
              </a:ext>
            </a:extLst>
          </p:cNvPr>
          <p:cNvSpPr/>
          <p:nvPr/>
        </p:nvSpPr>
        <p:spPr>
          <a:xfrm>
            <a:off x="8609644" y="5617641"/>
            <a:ext cx="276338" cy="2763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A</a:t>
            </a:r>
            <a:endParaRPr lang="es-419" sz="1600" dirty="0">
              <a:solidFill>
                <a:schemeClr val="tx1"/>
              </a:solidFill>
            </a:endParaRPr>
          </a:p>
        </p:txBody>
      </p:sp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271A900A-A932-D368-F635-9E93CEF6CFB8}"/>
              </a:ext>
            </a:extLst>
          </p:cNvPr>
          <p:cNvCxnSpPr>
            <a:cxnSpLocks/>
            <a:stCxn id="86" idx="1"/>
            <a:endCxn id="82" idx="5"/>
          </p:cNvCxnSpPr>
          <p:nvPr/>
        </p:nvCxnSpPr>
        <p:spPr>
          <a:xfrm flipH="1" flipV="1">
            <a:off x="8297565" y="5113768"/>
            <a:ext cx="352547" cy="544342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2A1CCD7E-03C9-586B-943B-6862816654A4}"/>
              </a:ext>
            </a:extLst>
          </p:cNvPr>
          <p:cNvCxnSpPr>
            <a:cxnSpLocks/>
            <a:stCxn id="86" idx="4"/>
            <a:endCxn id="84" idx="7"/>
          </p:cNvCxnSpPr>
          <p:nvPr/>
        </p:nvCxnSpPr>
        <p:spPr>
          <a:xfrm flipH="1">
            <a:off x="8297565" y="5893980"/>
            <a:ext cx="450248" cy="592361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17160B0B-0410-311B-4588-FB7DB6C9B1C9}"/>
              </a:ext>
            </a:extLst>
          </p:cNvPr>
          <p:cNvCxnSpPr>
            <a:cxnSpLocks/>
            <a:stCxn id="85" idx="7"/>
            <a:endCxn id="86" idx="3"/>
          </p:cNvCxnSpPr>
          <p:nvPr/>
        </p:nvCxnSpPr>
        <p:spPr>
          <a:xfrm flipV="1">
            <a:off x="7362716" y="5853511"/>
            <a:ext cx="1287396" cy="380104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B07DF248-8957-B328-23F7-3DE89156033C}"/>
              </a:ext>
            </a:extLst>
          </p:cNvPr>
          <p:cNvCxnSpPr>
            <a:cxnSpLocks/>
            <a:stCxn id="83" idx="5"/>
            <a:endCxn id="86" idx="1"/>
          </p:cNvCxnSpPr>
          <p:nvPr/>
        </p:nvCxnSpPr>
        <p:spPr>
          <a:xfrm>
            <a:off x="7359376" y="5347541"/>
            <a:ext cx="1290736" cy="310569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365FA7D1-F593-D0C2-4ECE-F51CD54C8383}"/>
              </a:ext>
            </a:extLst>
          </p:cNvPr>
          <p:cNvCxnSpPr>
            <a:cxnSpLocks/>
            <a:stCxn id="85" idx="0"/>
            <a:endCxn id="83" idx="4"/>
          </p:cNvCxnSpPr>
          <p:nvPr/>
        </p:nvCxnSpPr>
        <p:spPr>
          <a:xfrm flipH="1" flipV="1">
            <a:off x="7261675" y="5388009"/>
            <a:ext cx="3340" cy="805137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77A9C2CF-B598-0A3D-A2EE-D66C4E7191B6}"/>
              </a:ext>
            </a:extLst>
          </p:cNvPr>
          <p:cNvCxnSpPr>
            <a:cxnSpLocks/>
          </p:cNvCxnSpPr>
          <p:nvPr/>
        </p:nvCxnSpPr>
        <p:spPr>
          <a:xfrm>
            <a:off x="7350132" y="6396753"/>
            <a:ext cx="828730" cy="298742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de flecha 92">
            <a:extLst>
              <a:ext uri="{FF2B5EF4-FFF2-40B4-BE49-F238E27FC236}">
                <a16:creationId xmlns:a16="http://schemas.microsoft.com/office/drawing/2014/main" id="{489C91DA-AF85-1A20-D3D4-0874FE681EC4}"/>
              </a:ext>
            </a:extLst>
          </p:cNvPr>
          <p:cNvCxnSpPr>
            <a:stCxn id="82" idx="1"/>
            <a:endCxn id="83" idx="7"/>
          </p:cNvCxnSpPr>
          <p:nvPr/>
        </p:nvCxnSpPr>
        <p:spPr>
          <a:xfrm flipH="1">
            <a:off x="7359376" y="4918367"/>
            <a:ext cx="742788" cy="233773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de flecha 93">
            <a:extLst>
              <a:ext uri="{FF2B5EF4-FFF2-40B4-BE49-F238E27FC236}">
                <a16:creationId xmlns:a16="http://schemas.microsoft.com/office/drawing/2014/main" id="{809185DC-A526-AEE9-DF34-23C364810FC3}"/>
              </a:ext>
            </a:extLst>
          </p:cNvPr>
          <p:cNvCxnSpPr>
            <a:stCxn id="83" idx="6"/>
            <a:endCxn id="82" idx="2"/>
          </p:cNvCxnSpPr>
          <p:nvPr/>
        </p:nvCxnSpPr>
        <p:spPr>
          <a:xfrm flipV="1">
            <a:off x="7399845" y="5016067"/>
            <a:ext cx="661851" cy="233773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0F6FFD2F-5D1D-3F41-70A2-F20345372A4C}"/>
              </a:ext>
            </a:extLst>
          </p:cNvPr>
          <p:cNvCxnSpPr>
            <a:stCxn id="84" idx="1"/>
            <a:endCxn id="83" idx="5"/>
          </p:cNvCxnSpPr>
          <p:nvPr/>
        </p:nvCxnSpPr>
        <p:spPr>
          <a:xfrm flipH="1" flipV="1">
            <a:off x="7359376" y="5347541"/>
            <a:ext cx="742788" cy="113880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de flecha 95">
            <a:extLst>
              <a:ext uri="{FF2B5EF4-FFF2-40B4-BE49-F238E27FC236}">
                <a16:creationId xmlns:a16="http://schemas.microsoft.com/office/drawing/2014/main" id="{387AD6C1-6C64-C911-38C1-5D3889DF2C4F}"/>
              </a:ext>
            </a:extLst>
          </p:cNvPr>
          <p:cNvCxnSpPr>
            <a:stCxn id="84" idx="1"/>
            <a:endCxn id="85" idx="7"/>
          </p:cNvCxnSpPr>
          <p:nvPr/>
        </p:nvCxnSpPr>
        <p:spPr>
          <a:xfrm flipH="1" flipV="1">
            <a:off x="7362716" y="6233615"/>
            <a:ext cx="739448" cy="252726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CuadroTexto 96">
            <a:extLst>
              <a:ext uri="{FF2B5EF4-FFF2-40B4-BE49-F238E27FC236}">
                <a16:creationId xmlns:a16="http://schemas.microsoft.com/office/drawing/2014/main" id="{5D289F99-9110-87E2-2ED1-CF2052C8A55D}"/>
              </a:ext>
            </a:extLst>
          </p:cNvPr>
          <p:cNvSpPr txBox="1"/>
          <p:nvPr/>
        </p:nvSpPr>
        <p:spPr>
          <a:xfrm>
            <a:off x="6372158" y="5327578"/>
            <a:ext cx="531095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s-MX" sz="3600" dirty="0"/>
              <a:t>…</a:t>
            </a:r>
            <a:endParaRPr lang="es-419" sz="3600" dirty="0"/>
          </a:p>
        </p:txBody>
      </p:sp>
      <p:cxnSp>
        <p:nvCxnSpPr>
          <p:cNvPr id="102" name="Conector: angular 101">
            <a:extLst>
              <a:ext uri="{FF2B5EF4-FFF2-40B4-BE49-F238E27FC236}">
                <a16:creationId xmlns:a16="http://schemas.microsoft.com/office/drawing/2014/main" id="{8A98B0F5-E7D6-4470-6F99-0E45C9273D1D}"/>
              </a:ext>
            </a:extLst>
          </p:cNvPr>
          <p:cNvCxnSpPr>
            <a:cxnSpLocks/>
          </p:cNvCxnSpPr>
          <p:nvPr/>
        </p:nvCxnSpPr>
        <p:spPr>
          <a:xfrm rot="16200000" flipH="1">
            <a:off x="212674" y="2564217"/>
            <a:ext cx="3516512" cy="1256784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: angular 110">
            <a:extLst>
              <a:ext uri="{FF2B5EF4-FFF2-40B4-BE49-F238E27FC236}">
                <a16:creationId xmlns:a16="http://schemas.microsoft.com/office/drawing/2014/main" id="{25C2056D-3772-146C-1370-2EF15F46CAE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48095" y="2781471"/>
            <a:ext cx="2989386" cy="1423240"/>
          </a:xfrm>
          <a:prstGeom prst="bentConnector3">
            <a:avLst>
              <a:gd name="adj1" fmla="val 50000"/>
            </a:avLst>
          </a:prstGeom>
          <a:ln w="762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ector: angular 115">
            <a:extLst>
              <a:ext uri="{FF2B5EF4-FFF2-40B4-BE49-F238E27FC236}">
                <a16:creationId xmlns:a16="http://schemas.microsoft.com/office/drawing/2014/main" id="{5A718559-FC1B-5081-E9E4-6DFA4C7B969C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44925" y="3617959"/>
            <a:ext cx="2073780" cy="708153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218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E243E-C63F-2ADA-B543-3825F86BB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55C862E7-765B-A271-E9B1-D0278ED6BB39}"/>
              </a:ext>
            </a:extLst>
          </p:cNvPr>
          <p:cNvSpPr/>
          <p:nvPr/>
        </p:nvSpPr>
        <p:spPr>
          <a:xfrm>
            <a:off x="8529314" y="820841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83ED4113-B393-E24B-8583-6D2BAA77B2F7}"/>
              </a:ext>
            </a:extLst>
          </p:cNvPr>
          <p:cNvSpPr/>
          <p:nvPr/>
        </p:nvSpPr>
        <p:spPr>
          <a:xfrm>
            <a:off x="7092634" y="1178825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0A87EA19-4507-6E14-DA62-8F19E5F8D5B4}"/>
              </a:ext>
            </a:extLst>
          </p:cNvPr>
          <p:cNvSpPr/>
          <p:nvPr/>
        </p:nvSpPr>
        <p:spPr>
          <a:xfrm>
            <a:off x="8529314" y="3221930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47E41EE7-3BFA-1BDF-F64F-F2026AA2B75C}"/>
              </a:ext>
            </a:extLst>
          </p:cNvPr>
          <p:cNvSpPr/>
          <p:nvPr/>
        </p:nvSpPr>
        <p:spPr>
          <a:xfrm>
            <a:off x="7097749" y="2834923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68BB0B05-336C-D494-94FF-C12A7B72FB0B}"/>
              </a:ext>
            </a:extLst>
          </p:cNvPr>
          <p:cNvSpPr/>
          <p:nvPr/>
        </p:nvSpPr>
        <p:spPr>
          <a:xfrm>
            <a:off x="9368405" y="1953634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F8C65BA8-77D1-7C11-8E3B-530344DB7A87}"/>
              </a:ext>
            </a:extLst>
          </p:cNvPr>
          <p:cNvCxnSpPr>
            <a:cxnSpLocks/>
            <a:stCxn id="30" idx="1"/>
            <a:endCxn id="2" idx="3"/>
          </p:cNvCxnSpPr>
          <p:nvPr/>
        </p:nvCxnSpPr>
        <p:spPr>
          <a:xfrm flipV="1">
            <a:off x="8591285" y="1182036"/>
            <a:ext cx="0" cy="21018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871DDAAA-7C05-C749-12D8-83EB177E7221}"/>
              </a:ext>
            </a:extLst>
          </p:cNvPr>
          <p:cNvCxnSpPr>
            <a:cxnSpLocks/>
            <a:stCxn id="32" idx="1"/>
            <a:endCxn id="2" idx="5"/>
          </p:cNvCxnSpPr>
          <p:nvPr/>
        </p:nvCxnSpPr>
        <p:spPr>
          <a:xfrm flipH="1" flipV="1">
            <a:off x="8890509" y="1182036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99BE76E8-D166-391C-B996-5A8169E10C3A}"/>
              </a:ext>
            </a:extLst>
          </p:cNvPr>
          <p:cNvCxnSpPr>
            <a:cxnSpLocks/>
            <a:stCxn id="32" idx="4"/>
            <a:endCxn id="30" idx="7"/>
          </p:cNvCxnSpPr>
          <p:nvPr/>
        </p:nvCxnSpPr>
        <p:spPr>
          <a:xfrm flipH="1">
            <a:off x="8890509" y="2376800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145437A0-EC0F-9EB0-8031-8C9C28C3B402}"/>
              </a:ext>
            </a:extLst>
          </p:cNvPr>
          <p:cNvCxnSpPr>
            <a:cxnSpLocks/>
            <a:stCxn id="31" idx="7"/>
            <a:endCxn id="32" idx="3"/>
          </p:cNvCxnSpPr>
          <p:nvPr/>
        </p:nvCxnSpPr>
        <p:spPr>
          <a:xfrm flipV="1">
            <a:off x="7458944" y="2314829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7AA945CA-C24E-AEEA-06A7-38A668B4BE42}"/>
              </a:ext>
            </a:extLst>
          </p:cNvPr>
          <p:cNvCxnSpPr>
            <a:cxnSpLocks/>
            <a:stCxn id="28" idx="5"/>
            <a:endCxn id="32" idx="1"/>
          </p:cNvCxnSpPr>
          <p:nvPr/>
        </p:nvCxnSpPr>
        <p:spPr>
          <a:xfrm>
            <a:off x="7453829" y="1540020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6DFAA026-00F9-7668-FB80-74027A959D9E}"/>
              </a:ext>
            </a:extLst>
          </p:cNvPr>
          <p:cNvCxnSpPr>
            <a:cxnSpLocks/>
            <a:stCxn id="31" idx="0"/>
            <a:endCxn id="28" idx="4"/>
          </p:cNvCxnSpPr>
          <p:nvPr/>
        </p:nvCxnSpPr>
        <p:spPr>
          <a:xfrm flipH="1" flipV="1">
            <a:off x="7304217" y="1601991"/>
            <a:ext cx="5115" cy="1232932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8DAA3870-AF06-98CD-F476-F06142FB9D4E}"/>
              </a:ext>
            </a:extLst>
          </p:cNvPr>
          <p:cNvCxnSpPr>
            <a:cxnSpLocks/>
            <a:stCxn id="31" idx="5"/>
            <a:endCxn id="30" idx="3"/>
          </p:cNvCxnSpPr>
          <p:nvPr/>
        </p:nvCxnSpPr>
        <p:spPr>
          <a:xfrm>
            <a:off x="7458944" y="3196118"/>
            <a:ext cx="1132341" cy="387007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BC46F51C-C4C9-D00A-E0AE-0D913070AB32}"/>
              </a:ext>
            </a:extLst>
          </p:cNvPr>
          <p:cNvCxnSpPr>
            <a:cxnSpLocks/>
            <a:stCxn id="28" idx="7"/>
            <a:endCxn id="2" idx="1"/>
          </p:cNvCxnSpPr>
          <p:nvPr/>
        </p:nvCxnSpPr>
        <p:spPr>
          <a:xfrm flipV="1">
            <a:off x="7453829" y="882812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197C7909-8142-0A91-FCFA-FC52C43AD698}"/>
              </a:ext>
            </a:extLst>
          </p:cNvPr>
          <p:cNvCxnSpPr>
            <a:cxnSpLocks/>
            <a:stCxn id="2" idx="2"/>
            <a:endCxn id="28" idx="6"/>
          </p:cNvCxnSpPr>
          <p:nvPr/>
        </p:nvCxnSpPr>
        <p:spPr>
          <a:xfrm flipH="1">
            <a:off x="7515800" y="1032424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D67D9BED-F070-C5FB-8677-65C93ECBB5CC}"/>
              </a:ext>
            </a:extLst>
          </p:cNvPr>
          <p:cNvCxnSpPr>
            <a:cxnSpLocks/>
            <a:stCxn id="30" idx="1"/>
            <a:endCxn id="28" idx="5"/>
          </p:cNvCxnSpPr>
          <p:nvPr/>
        </p:nvCxnSpPr>
        <p:spPr>
          <a:xfrm flipH="1" flipV="1">
            <a:off x="7453829" y="1540020"/>
            <a:ext cx="1137456" cy="174388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37830BD3-6589-DF02-F586-258DE586DCB5}"/>
              </a:ext>
            </a:extLst>
          </p:cNvPr>
          <p:cNvCxnSpPr>
            <a:cxnSpLocks/>
            <a:stCxn id="2" idx="4"/>
            <a:endCxn id="30" idx="0"/>
          </p:cNvCxnSpPr>
          <p:nvPr/>
        </p:nvCxnSpPr>
        <p:spPr>
          <a:xfrm>
            <a:off x="8740897" y="1244007"/>
            <a:ext cx="0" cy="1977923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EA833BCA-9241-E5F4-07FE-2DE353565622}"/>
              </a:ext>
            </a:extLst>
          </p:cNvPr>
          <p:cNvCxnSpPr>
            <a:cxnSpLocks/>
            <a:stCxn id="30" idx="1"/>
          </p:cNvCxnSpPr>
          <p:nvPr/>
        </p:nvCxnSpPr>
        <p:spPr>
          <a:xfrm flipH="1" flipV="1">
            <a:off x="7455733" y="2889331"/>
            <a:ext cx="1135552" cy="39457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98E03147-2527-C289-E53A-27E893C22113}"/>
              </a:ext>
            </a:extLst>
          </p:cNvPr>
          <p:cNvCxnSpPr>
            <a:stCxn id="2" idx="6"/>
            <a:endCxn id="32" idx="0"/>
          </p:cNvCxnSpPr>
          <p:nvPr/>
        </p:nvCxnSpPr>
        <p:spPr>
          <a:xfrm>
            <a:off x="8952480" y="1032424"/>
            <a:ext cx="627508" cy="92121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20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lipse 17">
            <a:extLst>
              <a:ext uri="{FF2B5EF4-FFF2-40B4-BE49-F238E27FC236}">
                <a16:creationId xmlns:a16="http://schemas.microsoft.com/office/drawing/2014/main" id="{18E7C74B-724A-11DD-7C69-827DA69FC7AD}"/>
              </a:ext>
            </a:extLst>
          </p:cNvPr>
          <p:cNvSpPr/>
          <p:nvPr/>
        </p:nvSpPr>
        <p:spPr>
          <a:xfrm>
            <a:off x="4438186" y="2647946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7CC8384A-C35E-783C-5871-52841F7F5F5D}"/>
              </a:ext>
            </a:extLst>
          </p:cNvPr>
          <p:cNvSpPr/>
          <p:nvPr/>
        </p:nvSpPr>
        <p:spPr>
          <a:xfrm>
            <a:off x="3001506" y="3005930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E19FDEA3-EAD4-8CE9-2BA5-DBE80176AD91}"/>
              </a:ext>
            </a:extLst>
          </p:cNvPr>
          <p:cNvSpPr/>
          <p:nvPr/>
        </p:nvSpPr>
        <p:spPr>
          <a:xfrm>
            <a:off x="4438186" y="5049035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B3E882A0-9769-9950-6525-F83D70AAF929}"/>
              </a:ext>
            </a:extLst>
          </p:cNvPr>
          <p:cNvSpPr/>
          <p:nvPr/>
        </p:nvSpPr>
        <p:spPr>
          <a:xfrm>
            <a:off x="3006621" y="4662028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F19F4E9-549E-6623-1975-F21184427DE8}"/>
              </a:ext>
            </a:extLst>
          </p:cNvPr>
          <p:cNvSpPr/>
          <p:nvPr/>
        </p:nvSpPr>
        <p:spPr>
          <a:xfrm>
            <a:off x="5277277" y="3780739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25A57295-109C-63BB-573E-B13332E21982}"/>
              </a:ext>
            </a:extLst>
          </p:cNvPr>
          <p:cNvCxnSpPr>
            <a:cxnSpLocks/>
            <a:stCxn id="20" idx="1"/>
            <a:endCxn id="18" idx="3"/>
          </p:cNvCxnSpPr>
          <p:nvPr/>
        </p:nvCxnSpPr>
        <p:spPr>
          <a:xfrm flipV="1">
            <a:off x="4500157" y="3009141"/>
            <a:ext cx="0" cy="21018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B553C81B-DB5A-67FB-C30B-74546F227365}"/>
              </a:ext>
            </a:extLst>
          </p:cNvPr>
          <p:cNvCxnSpPr>
            <a:cxnSpLocks/>
            <a:stCxn id="22" idx="1"/>
            <a:endCxn id="18" idx="5"/>
          </p:cNvCxnSpPr>
          <p:nvPr/>
        </p:nvCxnSpPr>
        <p:spPr>
          <a:xfrm flipH="1" flipV="1">
            <a:off x="4799381" y="3009141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0BB08C03-3006-0E22-8283-658CF68C4064}"/>
              </a:ext>
            </a:extLst>
          </p:cNvPr>
          <p:cNvCxnSpPr>
            <a:cxnSpLocks/>
            <a:stCxn id="22" idx="4"/>
            <a:endCxn id="20" idx="7"/>
          </p:cNvCxnSpPr>
          <p:nvPr/>
        </p:nvCxnSpPr>
        <p:spPr>
          <a:xfrm flipH="1">
            <a:off x="4799381" y="4203905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21BA5F72-F321-D080-9168-60C4725126F6}"/>
              </a:ext>
            </a:extLst>
          </p:cNvPr>
          <p:cNvCxnSpPr>
            <a:cxnSpLocks/>
            <a:stCxn id="21" idx="7"/>
            <a:endCxn id="22" idx="3"/>
          </p:cNvCxnSpPr>
          <p:nvPr/>
        </p:nvCxnSpPr>
        <p:spPr>
          <a:xfrm flipV="1">
            <a:off x="3367816" y="4141934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959749E5-D3B7-C397-E40F-537700ECF203}"/>
              </a:ext>
            </a:extLst>
          </p:cNvPr>
          <p:cNvCxnSpPr>
            <a:cxnSpLocks/>
            <a:stCxn id="19" idx="5"/>
            <a:endCxn id="22" idx="1"/>
          </p:cNvCxnSpPr>
          <p:nvPr/>
        </p:nvCxnSpPr>
        <p:spPr>
          <a:xfrm>
            <a:off x="3362701" y="3367125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423B3EE7-3107-61E2-D4A7-8F6C5781150D}"/>
              </a:ext>
            </a:extLst>
          </p:cNvPr>
          <p:cNvCxnSpPr>
            <a:cxnSpLocks/>
            <a:stCxn id="21" idx="0"/>
            <a:endCxn id="19" idx="4"/>
          </p:cNvCxnSpPr>
          <p:nvPr/>
        </p:nvCxnSpPr>
        <p:spPr>
          <a:xfrm flipH="1" flipV="1">
            <a:off x="3213089" y="3429096"/>
            <a:ext cx="5115" cy="1232932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52DA6FFA-5208-7228-938F-66F2880A9F61}"/>
              </a:ext>
            </a:extLst>
          </p:cNvPr>
          <p:cNvCxnSpPr>
            <a:cxnSpLocks/>
            <a:stCxn id="21" idx="5"/>
            <a:endCxn id="20" idx="3"/>
          </p:cNvCxnSpPr>
          <p:nvPr/>
        </p:nvCxnSpPr>
        <p:spPr>
          <a:xfrm>
            <a:off x="3367816" y="5023223"/>
            <a:ext cx="1132341" cy="387007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0C206E0F-9455-1F26-B66F-D7B753DA776F}"/>
              </a:ext>
            </a:extLst>
          </p:cNvPr>
          <p:cNvCxnSpPr>
            <a:cxnSpLocks/>
            <a:stCxn id="19" idx="7"/>
            <a:endCxn id="18" idx="1"/>
          </p:cNvCxnSpPr>
          <p:nvPr/>
        </p:nvCxnSpPr>
        <p:spPr>
          <a:xfrm flipV="1">
            <a:off x="3362701" y="2709917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EB7BF218-7668-2BCB-7117-5D54338CFAFA}"/>
              </a:ext>
            </a:extLst>
          </p:cNvPr>
          <p:cNvCxnSpPr>
            <a:cxnSpLocks/>
            <a:stCxn id="18" idx="2"/>
            <a:endCxn id="19" idx="6"/>
          </p:cNvCxnSpPr>
          <p:nvPr/>
        </p:nvCxnSpPr>
        <p:spPr>
          <a:xfrm flipH="1">
            <a:off x="3424672" y="2859529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06A97EB7-4644-4D73-6179-2151172EF6AF}"/>
              </a:ext>
            </a:extLst>
          </p:cNvPr>
          <p:cNvCxnSpPr>
            <a:cxnSpLocks/>
            <a:stCxn id="20" idx="1"/>
            <a:endCxn id="19" idx="5"/>
          </p:cNvCxnSpPr>
          <p:nvPr/>
        </p:nvCxnSpPr>
        <p:spPr>
          <a:xfrm flipH="1" flipV="1">
            <a:off x="3362701" y="3367125"/>
            <a:ext cx="1137456" cy="174388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E082F956-29EE-95E5-A653-B5454AA583DB}"/>
              </a:ext>
            </a:extLst>
          </p:cNvPr>
          <p:cNvCxnSpPr>
            <a:cxnSpLocks/>
            <a:stCxn id="18" idx="4"/>
            <a:endCxn id="20" idx="0"/>
          </p:cNvCxnSpPr>
          <p:nvPr/>
        </p:nvCxnSpPr>
        <p:spPr>
          <a:xfrm>
            <a:off x="4649769" y="3071112"/>
            <a:ext cx="0" cy="1977923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Elipse 33">
            <a:extLst>
              <a:ext uri="{FF2B5EF4-FFF2-40B4-BE49-F238E27FC236}">
                <a16:creationId xmlns:a16="http://schemas.microsoft.com/office/drawing/2014/main" id="{BBB4F9BE-F3F0-BB49-570F-F562642B44D1}"/>
              </a:ext>
            </a:extLst>
          </p:cNvPr>
          <p:cNvSpPr/>
          <p:nvPr/>
        </p:nvSpPr>
        <p:spPr>
          <a:xfrm>
            <a:off x="7290609" y="2651157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988B0D66-4E22-4529-307C-BA3705BF0288}"/>
              </a:ext>
            </a:extLst>
          </p:cNvPr>
          <p:cNvSpPr/>
          <p:nvPr/>
        </p:nvSpPr>
        <p:spPr>
          <a:xfrm>
            <a:off x="5853929" y="3009141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3803F63C-222A-FFDA-795E-8B39FEC102A0}"/>
              </a:ext>
            </a:extLst>
          </p:cNvPr>
          <p:cNvSpPr/>
          <p:nvPr/>
        </p:nvSpPr>
        <p:spPr>
          <a:xfrm>
            <a:off x="7290609" y="5052246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171E3258-3C1D-A200-3DF7-FBC5BCA23A62}"/>
              </a:ext>
            </a:extLst>
          </p:cNvPr>
          <p:cNvSpPr/>
          <p:nvPr/>
        </p:nvSpPr>
        <p:spPr>
          <a:xfrm>
            <a:off x="5859044" y="4665239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1E6511CE-7B18-0349-35F3-C62E6AE90A87}"/>
              </a:ext>
            </a:extLst>
          </p:cNvPr>
          <p:cNvSpPr/>
          <p:nvPr/>
        </p:nvSpPr>
        <p:spPr>
          <a:xfrm>
            <a:off x="8129700" y="3783950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373D1F2A-F122-8F97-7FBB-FDA66EA623CB}"/>
              </a:ext>
            </a:extLst>
          </p:cNvPr>
          <p:cNvCxnSpPr>
            <a:cxnSpLocks/>
            <a:stCxn id="38" idx="1"/>
            <a:endCxn id="34" idx="5"/>
          </p:cNvCxnSpPr>
          <p:nvPr/>
        </p:nvCxnSpPr>
        <p:spPr>
          <a:xfrm flipH="1" flipV="1">
            <a:off x="7651804" y="3012352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0B83EEC5-B778-77DA-DB97-E49788E569E6}"/>
              </a:ext>
            </a:extLst>
          </p:cNvPr>
          <p:cNvCxnSpPr>
            <a:cxnSpLocks/>
            <a:stCxn id="38" idx="4"/>
            <a:endCxn id="36" idx="7"/>
          </p:cNvCxnSpPr>
          <p:nvPr/>
        </p:nvCxnSpPr>
        <p:spPr>
          <a:xfrm flipH="1">
            <a:off x="7651804" y="4207116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F810A096-4E56-CB1B-6324-186F2B251266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6220239" y="4145145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070FABF4-35BA-E272-3D3F-2D14EF70BE1E}"/>
              </a:ext>
            </a:extLst>
          </p:cNvPr>
          <p:cNvCxnSpPr>
            <a:cxnSpLocks/>
            <a:stCxn id="35" idx="5"/>
            <a:endCxn id="38" idx="1"/>
          </p:cNvCxnSpPr>
          <p:nvPr/>
        </p:nvCxnSpPr>
        <p:spPr>
          <a:xfrm>
            <a:off x="6215124" y="3370336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834DE382-AE5F-4B37-3B25-6916CC654BFB}"/>
              </a:ext>
            </a:extLst>
          </p:cNvPr>
          <p:cNvCxnSpPr>
            <a:cxnSpLocks/>
            <a:stCxn id="34" idx="1"/>
            <a:endCxn id="35" idx="7"/>
          </p:cNvCxnSpPr>
          <p:nvPr/>
        </p:nvCxnSpPr>
        <p:spPr>
          <a:xfrm flipH="1">
            <a:off x="6215124" y="2713128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4A3AC2DB-CFB1-BE59-42B7-CF94358B6DFC}"/>
              </a:ext>
            </a:extLst>
          </p:cNvPr>
          <p:cNvCxnSpPr>
            <a:cxnSpLocks/>
            <a:stCxn id="35" idx="6"/>
            <a:endCxn id="34" idx="2"/>
          </p:cNvCxnSpPr>
          <p:nvPr/>
        </p:nvCxnSpPr>
        <p:spPr>
          <a:xfrm flipV="1">
            <a:off x="6277095" y="2862740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Elipse 44">
            <a:extLst>
              <a:ext uri="{FF2B5EF4-FFF2-40B4-BE49-F238E27FC236}">
                <a16:creationId xmlns:a16="http://schemas.microsoft.com/office/drawing/2014/main" id="{18151271-43A7-DC5A-115E-D890A8161209}"/>
              </a:ext>
            </a:extLst>
          </p:cNvPr>
          <p:cNvSpPr/>
          <p:nvPr/>
        </p:nvSpPr>
        <p:spPr>
          <a:xfrm>
            <a:off x="10861762" y="2651157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5AC7F308-26AE-14D6-9DC6-DAEA01011381}"/>
              </a:ext>
            </a:extLst>
          </p:cNvPr>
          <p:cNvSpPr/>
          <p:nvPr/>
        </p:nvSpPr>
        <p:spPr>
          <a:xfrm>
            <a:off x="9425082" y="3009141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FF164C9D-139F-62C4-5F42-BF54940F41EA}"/>
              </a:ext>
            </a:extLst>
          </p:cNvPr>
          <p:cNvSpPr/>
          <p:nvPr/>
        </p:nvSpPr>
        <p:spPr>
          <a:xfrm>
            <a:off x="10861762" y="5052246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6BFDF73C-21D5-D8D6-C4C1-8962BB332BA1}"/>
              </a:ext>
            </a:extLst>
          </p:cNvPr>
          <p:cNvSpPr/>
          <p:nvPr/>
        </p:nvSpPr>
        <p:spPr>
          <a:xfrm>
            <a:off x="9430197" y="4665239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A7318E90-4800-FC6F-E161-47EBF33FB5EA}"/>
              </a:ext>
            </a:extLst>
          </p:cNvPr>
          <p:cNvSpPr/>
          <p:nvPr/>
        </p:nvSpPr>
        <p:spPr>
          <a:xfrm>
            <a:off x="11700853" y="3783950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C3C49B4-D029-B72B-E24D-2A30F159CAEB}"/>
              </a:ext>
            </a:extLst>
          </p:cNvPr>
          <p:cNvCxnSpPr>
            <a:cxnSpLocks/>
            <a:stCxn id="49" idx="1"/>
            <a:endCxn id="45" idx="5"/>
          </p:cNvCxnSpPr>
          <p:nvPr/>
        </p:nvCxnSpPr>
        <p:spPr>
          <a:xfrm flipH="1" flipV="1">
            <a:off x="11222957" y="3012352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3B50854E-3015-9127-066A-6B4FACA65BF8}"/>
              </a:ext>
            </a:extLst>
          </p:cNvPr>
          <p:cNvCxnSpPr>
            <a:cxnSpLocks/>
            <a:stCxn id="49" idx="4"/>
            <a:endCxn id="47" idx="7"/>
          </p:cNvCxnSpPr>
          <p:nvPr/>
        </p:nvCxnSpPr>
        <p:spPr>
          <a:xfrm flipH="1">
            <a:off x="11222957" y="4207116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17EAA99D-4A33-9D74-86A3-4E9D6D91F32F}"/>
              </a:ext>
            </a:extLst>
          </p:cNvPr>
          <p:cNvCxnSpPr>
            <a:cxnSpLocks/>
            <a:stCxn id="48" idx="7"/>
            <a:endCxn id="49" idx="3"/>
          </p:cNvCxnSpPr>
          <p:nvPr/>
        </p:nvCxnSpPr>
        <p:spPr>
          <a:xfrm flipV="1">
            <a:off x="9791392" y="4145145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7512F98C-8AAC-B816-922E-4DE564F81336}"/>
              </a:ext>
            </a:extLst>
          </p:cNvPr>
          <p:cNvCxnSpPr>
            <a:cxnSpLocks/>
            <a:stCxn id="46" idx="5"/>
            <a:endCxn id="49" idx="1"/>
          </p:cNvCxnSpPr>
          <p:nvPr/>
        </p:nvCxnSpPr>
        <p:spPr>
          <a:xfrm>
            <a:off x="9786277" y="3370336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804C9C2E-5986-FC16-1CBD-BB032F6C57C3}"/>
              </a:ext>
            </a:extLst>
          </p:cNvPr>
          <p:cNvCxnSpPr>
            <a:cxnSpLocks/>
            <a:stCxn id="48" idx="0"/>
            <a:endCxn id="46" idx="4"/>
          </p:cNvCxnSpPr>
          <p:nvPr/>
        </p:nvCxnSpPr>
        <p:spPr>
          <a:xfrm flipH="1" flipV="1">
            <a:off x="9636665" y="3432307"/>
            <a:ext cx="5115" cy="1232932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05107D55-5884-D7CA-D97C-CD4EC17C08AD}"/>
              </a:ext>
            </a:extLst>
          </p:cNvPr>
          <p:cNvCxnSpPr>
            <a:cxnSpLocks/>
          </p:cNvCxnSpPr>
          <p:nvPr/>
        </p:nvCxnSpPr>
        <p:spPr>
          <a:xfrm>
            <a:off x="9772121" y="4977029"/>
            <a:ext cx="1269061" cy="45747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D34FDCB8-6EB9-4645-43A1-6EE593F0B052}"/>
              </a:ext>
            </a:extLst>
          </p:cNvPr>
          <p:cNvCxnSpPr>
            <a:stCxn id="45" idx="1"/>
            <a:endCxn id="46" idx="7"/>
          </p:cNvCxnSpPr>
          <p:nvPr/>
        </p:nvCxnSpPr>
        <p:spPr>
          <a:xfrm flipH="1">
            <a:off x="9786277" y="2713128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A7AB23A6-AB61-D512-F122-1F2BA3CCD27B}"/>
              </a:ext>
            </a:extLst>
          </p:cNvPr>
          <p:cNvCxnSpPr>
            <a:stCxn id="46" idx="6"/>
            <a:endCxn id="45" idx="2"/>
          </p:cNvCxnSpPr>
          <p:nvPr/>
        </p:nvCxnSpPr>
        <p:spPr>
          <a:xfrm flipV="1">
            <a:off x="9848248" y="2862740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7A4A8728-7F9A-C79A-C937-BB2C883581A5}"/>
              </a:ext>
            </a:extLst>
          </p:cNvPr>
          <p:cNvCxnSpPr>
            <a:stCxn id="47" idx="1"/>
            <a:endCxn id="46" idx="5"/>
          </p:cNvCxnSpPr>
          <p:nvPr/>
        </p:nvCxnSpPr>
        <p:spPr>
          <a:xfrm flipH="1" flipV="1">
            <a:off x="9786277" y="3370336"/>
            <a:ext cx="1137456" cy="174388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8EDDEFCA-CC9D-8D75-4030-9B806F35F62D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3364605" y="4716436"/>
            <a:ext cx="1135552" cy="39457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04CB0C7B-51C7-58BF-D71C-AC2CD688D970}"/>
              </a:ext>
            </a:extLst>
          </p:cNvPr>
          <p:cNvCxnSpPr>
            <a:stCxn id="47" idx="1"/>
            <a:endCxn id="48" idx="7"/>
          </p:cNvCxnSpPr>
          <p:nvPr/>
        </p:nvCxnSpPr>
        <p:spPr>
          <a:xfrm flipH="1" flipV="1">
            <a:off x="9791392" y="4727210"/>
            <a:ext cx="1132341" cy="387007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0C4BEAAF-DDBF-5CB9-184C-E154AFDB92FE}"/>
              </a:ext>
            </a:extLst>
          </p:cNvPr>
          <p:cNvCxnSpPr>
            <a:stCxn id="18" idx="6"/>
            <a:endCxn id="22" idx="0"/>
          </p:cNvCxnSpPr>
          <p:nvPr/>
        </p:nvCxnSpPr>
        <p:spPr>
          <a:xfrm>
            <a:off x="4861352" y="2859529"/>
            <a:ext cx="627508" cy="92121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324AF890-BB09-FB6D-B63A-9F91789E5C74}"/>
              </a:ext>
            </a:extLst>
          </p:cNvPr>
          <p:cNvSpPr txBox="1"/>
          <p:nvPr/>
        </p:nvSpPr>
        <p:spPr>
          <a:xfrm>
            <a:off x="8635392" y="3560785"/>
            <a:ext cx="813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/>
              <a:t>…</a:t>
            </a:r>
            <a:endParaRPr lang="es-419" sz="3600" dirty="0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6F831D3F-B189-942A-9C62-84C3E4091453}"/>
              </a:ext>
            </a:extLst>
          </p:cNvPr>
          <p:cNvSpPr/>
          <p:nvPr/>
        </p:nvSpPr>
        <p:spPr>
          <a:xfrm>
            <a:off x="1605835" y="2644954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8B8801C8-8F44-326F-5FD6-546CB6AD56B4}"/>
              </a:ext>
            </a:extLst>
          </p:cNvPr>
          <p:cNvSpPr/>
          <p:nvPr/>
        </p:nvSpPr>
        <p:spPr>
          <a:xfrm>
            <a:off x="169155" y="3002938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6B5FF19D-36B6-F2C9-0590-AD8EEDAD2A95}"/>
              </a:ext>
            </a:extLst>
          </p:cNvPr>
          <p:cNvSpPr/>
          <p:nvPr/>
        </p:nvSpPr>
        <p:spPr>
          <a:xfrm>
            <a:off x="1605835" y="5046043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19AE70E3-7CA6-7E48-B875-7515D82586EF}"/>
              </a:ext>
            </a:extLst>
          </p:cNvPr>
          <p:cNvSpPr/>
          <p:nvPr/>
        </p:nvSpPr>
        <p:spPr>
          <a:xfrm>
            <a:off x="174270" y="4659036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1D7FE30F-8BD1-887A-90B6-9388C7BA3D81}"/>
              </a:ext>
            </a:extLst>
          </p:cNvPr>
          <p:cNvSpPr/>
          <p:nvPr/>
        </p:nvSpPr>
        <p:spPr>
          <a:xfrm>
            <a:off x="2444926" y="3777747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DC8A8D60-6EDD-690B-9258-6582D432BAB2}"/>
              </a:ext>
            </a:extLst>
          </p:cNvPr>
          <p:cNvCxnSpPr>
            <a:cxnSpLocks/>
            <a:stCxn id="65" idx="1"/>
            <a:endCxn id="63" idx="3"/>
          </p:cNvCxnSpPr>
          <p:nvPr/>
        </p:nvCxnSpPr>
        <p:spPr>
          <a:xfrm flipV="1">
            <a:off x="1667806" y="3006149"/>
            <a:ext cx="0" cy="21018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D8E45691-44A0-9973-3DF7-8C05F43EE0A8}"/>
              </a:ext>
            </a:extLst>
          </p:cNvPr>
          <p:cNvCxnSpPr>
            <a:cxnSpLocks/>
            <a:stCxn id="67" idx="1"/>
            <a:endCxn id="63" idx="5"/>
          </p:cNvCxnSpPr>
          <p:nvPr/>
        </p:nvCxnSpPr>
        <p:spPr>
          <a:xfrm flipH="1" flipV="1">
            <a:off x="1967030" y="3006149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B7451F0A-639F-7F36-AFAE-F446EC53EC8D}"/>
              </a:ext>
            </a:extLst>
          </p:cNvPr>
          <p:cNvCxnSpPr>
            <a:cxnSpLocks/>
            <a:stCxn id="67" idx="4"/>
            <a:endCxn id="65" idx="7"/>
          </p:cNvCxnSpPr>
          <p:nvPr/>
        </p:nvCxnSpPr>
        <p:spPr>
          <a:xfrm flipH="1">
            <a:off x="1967030" y="4200913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4765F573-FE60-D296-5711-DAD77E289955}"/>
              </a:ext>
            </a:extLst>
          </p:cNvPr>
          <p:cNvCxnSpPr>
            <a:cxnSpLocks/>
            <a:stCxn id="66" idx="7"/>
            <a:endCxn id="67" idx="3"/>
          </p:cNvCxnSpPr>
          <p:nvPr/>
        </p:nvCxnSpPr>
        <p:spPr>
          <a:xfrm flipV="1">
            <a:off x="535465" y="4138942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6D7235E3-55E0-D295-FB1B-14BB7E704E0D}"/>
              </a:ext>
            </a:extLst>
          </p:cNvPr>
          <p:cNvCxnSpPr>
            <a:cxnSpLocks/>
            <a:stCxn id="64" idx="5"/>
            <a:endCxn id="67" idx="1"/>
          </p:cNvCxnSpPr>
          <p:nvPr/>
        </p:nvCxnSpPr>
        <p:spPr>
          <a:xfrm>
            <a:off x="530350" y="3364133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2E4164D4-A3B6-CDE2-F89E-382154ECAF81}"/>
              </a:ext>
            </a:extLst>
          </p:cNvPr>
          <p:cNvCxnSpPr>
            <a:cxnSpLocks/>
            <a:stCxn id="64" idx="7"/>
            <a:endCxn id="63" idx="1"/>
          </p:cNvCxnSpPr>
          <p:nvPr/>
        </p:nvCxnSpPr>
        <p:spPr>
          <a:xfrm flipV="1">
            <a:off x="530350" y="2706925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37628380-B2A9-ADD5-5AE3-125BA55BA57E}"/>
              </a:ext>
            </a:extLst>
          </p:cNvPr>
          <p:cNvCxnSpPr>
            <a:cxnSpLocks/>
            <a:stCxn id="63" idx="2"/>
            <a:endCxn id="64" idx="6"/>
          </p:cNvCxnSpPr>
          <p:nvPr/>
        </p:nvCxnSpPr>
        <p:spPr>
          <a:xfrm flipH="1">
            <a:off x="592321" y="2856537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675557BD-9367-5273-9F68-AACBCC8A4E26}"/>
              </a:ext>
            </a:extLst>
          </p:cNvPr>
          <p:cNvCxnSpPr>
            <a:cxnSpLocks/>
            <a:stCxn id="63" idx="4"/>
            <a:endCxn id="65" idx="0"/>
          </p:cNvCxnSpPr>
          <p:nvPr/>
        </p:nvCxnSpPr>
        <p:spPr>
          <a:xfrm>
            <a:off x="1817418" y="3068120"/>
            <a:ext cx="0" cy="1977923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8E59D5A7-7408-2465-7AAB-196B0B66E06B}"/>
              </a:ext>
            </a:extLst>
          </p:cNvPr>
          <p:cNvCxnSpPr>
            <a:cxnSpLocks/>
            <a:stCxn id="63" idx="6"/>
            <a:endCxn id="67" idx="0"/>
          </p:cNvCxnSpPr>
          <p:nvPr/>
        </p:nvCxnSpPr>
        <p:spPr>
          <a:xfrm>
            <a:off x="2029001" y="2856537"/>
            <a:ext cx="627508" cy="92121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Cara sonriente 77">
            <a:extLst>
              <a:ext uri="{FF2B5EF4-FFF2-40B4-BE49-F238E27FC236}">
                <a16:creationId xmlns:a16="http://schemas.microsoft.com/office/drawing/2014/main" id="{12FD1F6D-32A2-739D-6BBF-74A2F9389F2C}"/>
              </a:ext>
            </a:extLst>
          </p:cNvPr>
          <p:cNvSpPr/>
          <p:nvPr/>
        </p:nvSpPr>
        <p:spPr>
          <a:xfrm>
            <a:off x="3904668" y="1733815"/>
            <a:ext cx="617621" cy="633663"/>
          </a:xfrm>
          <a:prstGeom prst="smileyFace">
            <a:avLst/>
          </a:prstGeom>
          <a:solidFill>
            <a:srgbClr val="92D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0" name="Cara sonriente 79">
            <a:extLst>
              <a:ext uri="{FF2B5EF4-FFF2-40B4-BE49-F238E27FC236}">
                <a16:creationId xmlns:a16="http://schemas.microsoft.com/office/drawing/2014/main" id="{F4700F67-407F-1000-4D1C-A57A3736533A}"/>
              </a:ext>
            </a:extLst>
          </p:cNvPr>
          <p:cNvSpPr/>
          <p:nvPr/>
        </p:nvSpPr>
        <p:spPr>
          <a:xfrm>
            <a:off x="6783852" y="1743310"/>
            <a:ext cx="617621" cy="633663"/>
          </a:xfrm>
          <a:prstGeom prst="smileyFac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2" name="Cara sonriente 81">
            <a:extLst>
              <a:ext uri="{FF2B5EF4-FFF2-40B4-BE49-F238E27FC236}">
                <a16:creationId xmlns:a16="http://schemas.microsoft.com/office/drawing/2014/main" id="{E2131199-DFB2-4640-A23F-3118FDC0977F}"/>
              </a:ext>
            </a:extLst>
          </p:cNvPr>
          <p:cNvSpPr/>
          <p:nvPr/>
        </p:nvSpPr>
        <p:spPr>
          <a:xfrm>
            <a:off x="10244141" y="1737026"/>
            <a:ext cx="617621" cy="633663"/>
          </a:xfrm>
          <a:prstGeom prst="smileyFac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6" name="Cara sonriente 85">
            <a:extLst>
              <a:ext uri="{FF2B5EF4-FFF2-40B4-BE49-F238E27FC236}">
                <a16:creationId xmlns:a16="http://schemas.microsoft.com/office/drawing/2014/main" id="{D4BF8795-946E-F0CF-B9F7-DC09783124B6}"/>
              </a:ext>
            </a:extLst>
          </p:cNvPr>
          <p:cNvSpPr/>
          <p:nvPr/>
        </p:nvSpPr>
        <p:spPr>
          <a:xfrm>
            <a:off x="1025484" y="1737345"/>
            <a:ext cx="617621" cy="633663"/>
          </a:xfrm>
          <a:prstGeom prst="smileyFac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DE3B0526-8240-84E8-2340-5A2D8DB893CA}"/>
              </a:ext>
            </a:extLst>
          </p:cNvPr>
          <p:cNvSpPr txBox="1"/>
          <p:nvPr/>
        </p:nvSpPr>
        <p:spPr>
          <a:xfrm>
            <a:off x="8635392" y="1651924"/>
            <a:ext cx="813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/>
              <a:t>…</a:t>
            </a:r>
            <a:endParaRPr lang="es-419" sz="3600" dirty="0"/>
          </a:p>
        </p:txBody>
      </p:sp>
    </p:spTree>
    <p:extLst>
      <p:ext uri="{BB962C8B-B14F-4D97-AF65-F5344CB8AC3E}">
        <p14:creationId xmlns:p14="http://schemas.microsoft.com/office/powerpoint/2010/main" val="211258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682D0-5ADA-00E5-E32D-3E807A4D6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Elipse 354">
            <a:extLst>
              <a:ext uri="{FF2B5EF4-FFF2-40B4-BE49-F238E27FC236}">
                <a16:creationId xmlns:a16="http://schemas.microsoft.com/office/drawing/2014/main" id="{FE697C91-F782-51DB-026B-69A6F4608C88}"/>
              </a:ext>
            </a:extLst>
          </p:cNvPr>
          <p:cNvSpPr/>
          <p:nvPr/>
        </p:nvSpPr>
        <p:spPr>
          <a:xfrm>
            <a:off x="4456947" y="2478282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6" name="Elipse 355">
            <a:extLst>
              <a:ext uri="{FF2B5EF4-FFF2-40B4-BE49-F238E27FC236}">
                <a16:creationId xmlns:a16="http://schemas.microsoft.com/office/drawing/2014/main" id="{38D70AE7-FFEB-C64A-597E-019B37ED393A}"/>
              </a:ext>
            </a:extLst>
          </p:cNvPr>
          <p:cNvSpPr/>
          <p:nvPr/>
        </p:nvSpPr>
        <p:spPr>
          <a:xfrm>
            <a:off x="3020267" y="2836266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7" name="Elipse 356">
            <a:extLst>
              <a:ext uri="{FF2B5EF4-FFF2-40B4-BE49-F238E27FC236}">
                <a16:creationId xmlns:a16="http://schemas.microsoft.com/office/drawing/2014/main" id="{87D2D97D-2D8E-C429-A9DF-5B6C87ECF0F8}"/>
              </a:ext>
            </a:extLst>
          </p:cNvPr>
          <p:cNvSpPr/>
          <p:nvPr/>
        </p:nvSpPr>
        <p:spPr>
          <a:xfrm>
            <a:off x="4456947" y="4879371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8" name="Elipse 357">
            <a:extLst>
              <a:ext uri="{FF2B5EF4-FFF2-40B4-BE49-F238E27FC236}">
                <a16:creationId xmlns:a16="http://schemas.microsoft.com/office/drawing/2014/main" id="{209C59C7-4E9B-82BC-33CB-972D78A2C6D8}"/>
              </a:ext>
            </a:extLst>
          </p:cNvPr>
          <p:cNvSpPr/>
          <p:nvPr/>
        </p:nvSpPr>
        <p:spPr>
          <a:xfrm>
            <a:off x="3025382" y="4492364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9" name="Elipse 358">
            <a:extLst>
              <a:ext uri="{FF2B5EF4-FFF2-40B4-BE49-F238E27FC236}">
                <a16:creationId xmlns:a16="http://schemas.microsoft.com/office/drawing/2014/main" id="{74205BAB-33BF-5F2E-85DA-3458755EAF01}"/>
              </a:ext>
            </a:extLst>
          </p:cNvPr>
          <p:cNvSpPr/>
          <p:nvPr/>
        </p:nvSpPr>
        <p:spPr>
          <a:xfrm>
            <a:off x="5296038" y="3611075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60" name="Conector recto de flecha 359">
            <a:extLst>
              <a:ext uri="{FF2B5EF4-FFF2-40B4-BE49-F238E27FC236}">
                <a16:creationId xmlns:a16="http://schemas.microsoft.com/office/drawing/2014/main" id="{C03FD89F-0969-EEFC-154A-0FCDE51420B1}"/>
              </a:ext>
            </a:extLst>
          </p:cNvPr>
          <p:cNvCxnSpPr>
            <a:cxnSpLocks/>
            <a:stCxn id="357" idx="1"/>
            <a:endCxn id="355" idx="3"/>
          </p:cNvCxnSpPr>
          <p:nvPr/>
        </p:nvCxnSpPr>
        <p:spPr>
          <a:xfrm flipV="1">
            <a:off x="4518918" y="2839477"/>
            <a:ext cx="0" cy="2101865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ector recto de flecha 360">
            <a:extLst>
              <a:ext uri="{FF2B5EF4-FFF2-40B4-BE49-F238E27FC236}">
                <a16:creationId xmlns:a16="http://schemas.microsoft.com/office/drawing/2014/main" id="{A091A2CA-F9E5-DBC3-7DEC-496FE4A516BB}"/>
              </a:ext>
            </a:extLst>
          </p:cNvPr>
          <p:cNvCxnSpPr>
            <a:cxnSpLocks/>
            <a:stCxn id="359" idx="1"/>
            <a:endCxn id="355" idx="5"/>
          </p:cNvCxnSpPr>
          <p:nvPr/>
        </p:nvCxnSpPr>
        <p:spPr>
          <a:xfrm flipH="1" flipV="1">
            <a:off x="4818142" y="2839477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ector recto de flecha 361">
            <a:extLst>
              <a:ext uri="{FF2B5EF4-FFF2-40B4-BE49-F238E27FC236}">
                <a16:creationId xmlns:a16="http://schemas.microsoft.com/office/drawing/2014/main" id="{FC1C1DCD-B0AF-1CD4-D73C-9176A7C98AD7}"/>
              </a:ext>
            </a:extLst>
          </p:cNvPr>
          <p:cNvCxnSpPr>
            <a:cxnSpLocks/>
            <a:stCxn id="359" idx="4"/>
            <a:endCxn id="357" idx="7"/>
          </p:cNvCxnSpPr>
          <p:nvPr/>
        </p:nvCxnSpPr>
        <p:spPr>
          <a:xfrm flipH="1">
            <a:off x="4818142" y="4034241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ector recto de flecha 362">
            <a:extLst>
              <a:ext uri="{FF2B5EF4-FFF2-40B4-BE49-F238E27FC236}">
                <a16:creationId xmlns:a16="http://schemas.microsoft.com/office/drawing/2014/main" id="{C02D492A-F76E-EA7A-98EE-B560F1A759A3}"/>
              </a:ext>
            </a:extLst>
          </p:cNvPr>
          <p:cNvCxnSpPr>
            <a:cxnSpLocks/>
            <a:stCxn id="358" idx="7"/>
            <a:endCxn id="359" idx="3"/>
          </p:cNvCxnSpPr>
          <p:nvPr/>
        </p:nvCxnSpPr>
        <p:spPr>
          <a:xfrm flipV="1">
            <a:off x="3386577" y="3972270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ector recto de flecha 363">
            <a:extLst>
              <a:ext uri="{FF2B5EF4-FFF2-40B4-BE49-F238E27FC236}">
                <a16:creationId xmlns:a16="http://schemas.microsoft.com/office/drawing/2014/main" id="{611B837F-DBD3-6F9C-9635-0A02CD250D7B}"/>
              </a:ext>
            </a:extLst>
          </p:cNvPr>
          <p:cNvCxnSpPr>
            <a:cxnSpLocks/>
            <a:stCxn id="356" idx="5"/>
            <a:endCxn id="359" idx="1"/>
          </p:cNvCxnSpPr>
          <p:nvPr/>
        </p:nvCxnSpPr>
        <p:spPr>
          <a:xfrm>
            <a:off x="3381462" y="3197461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ector recto de flecha 364">
            <a:extLst>
              <a:ext uri="{FF2B5EF4-FFF2-40B4-BE49-F238E27FC236}">
                <a16:creationId xmlns:a16="http://schemas.microsoft.com/office/drawing/2014/main" id="{4B02056F-E551-93B5-A577-6CA53D4C0FCA}"/>
              </a:ext>
            </a:extLst>
          </p:cNvPr>
          <p:cNvCxnSpPr>
            <a:cxnSpLocks/>
            <a:stCxn id="358" idx="0"/>
            <a:endCxn id="356" idx="4"/>
          </p:cNvCxnSpPr>
          <p:nvPr/>
        </p:nvCxnSpPr>
        <p:spPr>
          <a:xfrm flipH="1" flipV="1">
            <a:off x="3231850" y="3259432"/>
            <a:ext cx="5115" cy="1232932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ector recto de flecha 365">
            <a:extLst>
              <a:ext uri="{FF2B5EF4-FFF2-40B4-BE49-F238E27FC236}">
                <a16:creationId xmlns:a16="http://schemas.microsoft.com/office/drawing/2014/main" id="{0431B3FF-D5E7-9FDE-1FCD-CF1470C8BBA1}"/>
              </a:ext>
            </a:extLst>
          </p:cNvPr>
          <p:cNvCxnSpPr>
            <a:cxnSpLocks/>
            <a:stCxn id="358" idx="5"/>
            <a:endCxn id="357" idx="3"/>
          </p:cNvCxnSpPr>
          <p:nvPr/>
        </p:nvCxnSpPr>
        <p:spPr>
          <a:xfrm>
            <a:off x="3386577" y="4853559"/>
            <a:ext cx="1132341" cy="38700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ector recto de flecha 376">
            <a:extLst>
              <a:ext uri="{FF2B5EF4-FFF2-40B4-BE49-F238E27FC236}">
                <a16:creationId xmlns:a16="http://schemas.microsoft.com/office/drawing/2014/main" id="{A409E719-A78F-842A-E02B-F4A8CC509359}"/>
              </a:ext>
            </a:extLst>
          </p:cNvPr>
          <p:cNvCxnSpPr>
            <a:cxnSpLocks/>
            <a:stCxn id="356" idx="7"/>
            <a:endCxn id="355" idx="1"/>
          </p:cNvCxnSpPr>
          <p:nvPr/>
        </p:nvCxnSpPr>
        <p:spPr>
          <a:xfrm flipV="1">
            <a:off x="3381462" y="2540253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ector recto de flecha 379">
            <a:extLst>
              <a:ext uri="{FF2B5EF4-FFF2-40B4-BE49-F238E27FC236}">
                <a16:creationId xmlns:a16="http://schemas.microsoft.com/office/drawing/2014/main" id="{A87AAEF7-4BF0-A16A-CC36-CB538233626D}"/>
              </a:ext>
            </a:extLst>
          </p:cNvPr>
          <p:cNvCxnSpPr>
            <a:cxnSpLocks/>
            <a:stCxn id="355" idx="2"/>
            <a:endCxn id="356" idx="6"/>
          </p:cNvCxnSpPr>
          <p:nvPr/>
        </p:nvCxnSpPr>
        <p:spPr>
          <a:xfrm flipH="1">
            <a:off x="3443433" y="2689865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ector recto de flecha 380">
            <a:extLst>
              <a:ext uri="{FF2B5EF4-FFF2-40B4-BE49-F238E27FC236}">
                <a16:creationId xmlns:a16="http://schemas.microsoft.com/office/drawing/2014/main" id="{5A434A93-7DC1-4692-2BFE-E65F425B6B3D}"/>
              </a:ext>
            </a:extLst>
          </p:cNvPr>
          <p:cNvCxnSpPr>
            <a:cxnSpLocks/>
            <a:stCxn id="357" idx="1"/>
            <a:endCxn id="356" idx="5"/>
          </p:cNvCxnSpPr>
          <p:nvPr/>
        </p:nvCxnSpPr>
        <p:spPr>
          <a:xfrm flipH="1" flipV="1">
            <a:off x="3381462" y="3197461"/>
            <a:ext cx="1137456" cy="1743881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ector recto de flecha 381">
            <a:extLst>
              <a:ext uri="{FF2B5EF4-FFF2-40B4-BE49-F238E27FC236}">
                <a16:creationId xmlns:a16="http://schemas.microsoft.com/office/drawing/2014/main" id="{02DAAA20-B3BD-700E-FAC5-E7C004BFF8FF}"/>
              </a:ext>
            </a:extLst>
          </p:cNvPr>
          <p:cNvCxnSpPr>
            <a:cxnSpLocks/>
            <a:stCxn id="355" idx="4"/>
            <a:endCxn id="357" idx="0"/>
          </p:cNvCxnSpPr>
          <p:nvPr/>
        </p:nvCxnSpPr>
        <p:spPr>
          <a:xfrm>
            <a:off x="4668530" y="2901448"/>
            <a:ext cx="0" cy="1977923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4" name="Elipse 383">
            <a:extLst>
              <a:ext uri="{FF2B5EF4-FFF2-40B4-BE49-F238E27FC236}">
                <a16:creationId xmlns:a16="http://schemas.microsoft.com/office/drawing/2014/main" id="{8EAF8DDE-179E-7CE6-AC02-4C7D88ADF0AC}"/>
              </a:ext>
            </a:extLst>
          </p:cNvPr>
          <p:cNvSpPr/>
          <p:nvPr/>
        </p:nvSpPr>
        <p:spPr>
          <a:xfrm>
            <a:off x="7253263" y="2472028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5" name="Elipse 384">
            <a:extLst>
              <a:ext uri="{FF2B5EF4-FFF2-40B4-BE49-F238E27FC236}">
                <a16:creationId xmlns:a16="http://schemas.microsoft.com/office/drawing/2014/main" id="{46EDA970-AF7B-F4E1-05DE-8B832FC576C7}"/>
              </a:ext>
            </a:extLst>
          </p:cNvPr>
          <p:cNvSpPr/>
          <p:nvPr/>
        </p:nvSpPr>
        <p:spPr>
          <a:xfrm>
            <a:off x="5816583" y="2830012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6" name="Elipse 385">
            <a:extLst>
              <a:ext uri="{FF2B5EF4-FFF2-40B4-BE49-F238E27FC236}">
                <a16:creationId xmlns:a16="http://schemas.microsoft.com/office/drawing/2014/main" id="{E5DA039E-0481-D4F3-E18C-174E1C3A33D1}"/>
              </a:ext>
            </a:extLst>
          </p:cNvPr>
          <p:cNvSpPr/>
          <p:nvPr/>
        </p:nvSpPr>
        <p:spPr>
          <a:xfrm>
            <a:off x="7253263" y="4873117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7" name="Elipse 386">
            <a:extLst>
              <a:ext uri="{FF2B5EF4-FFF2-40B4-BE49-F238E27FC236}">
                <a16:creationId xmlns:a16="http://schemas.microsoft.com/office/drawing/2014/main" id="{B66FC875-6B41-BB7C-B7C1-DA131CF54ECB}"/>
              </a:ext>
            </a:extLst>
          </p:cNvPr>
          <p:cNvSpPr/>
          <p:nvPr/>
        </p:nvSpPr>
        <p:spPr>
          <a:xfrm>
            <a:off x="5821698" y="4486110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8" name="Elipse 387">
            <a:extLst>
              <a:ext uri="{FF2B5EF4-FFF2-40B4-BE49-F238E27FC236}">
                <a16:creationId xmlns:a16="http://schemas.microsoft.com/office/drawing/2014/main" id="{DCC6AF2F-48D9-D7C2-4021-36C1DED1EAD0}"/>
              </a:ext>
            </a:extLst>
          </p:cNvPr>
          <p:cNvSpPr/>
          <p:nvPr/>
        </p:nvSpPr>
        <p:spPr>
          <a:xfrm>
            <a:off x="8092354" y="3604821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89" name="Conector recto de flecha 388">
            <a:extLst>
              <a:ext uri="{FF2B5EF4-FFF2-40B4-BE49-F238E27FC236}">
                <a16:creationId xmlns:a16="http://schemas.microsoft.com/office/drawing/2014/main" id="{BFAD4011-4D18-4C57-512E-10B8CE4468DD}"/>
              </a:ext>
            </a:extLst>
          </p:cNvPr>
          <p:cNvCxnSpPr>
            <a:cxnSpLocks/>
            <a:stCxn id="388" idx="1"/>
            <a:endCxn id="384" idx="5"/>
          </p:cNvCxnSpPr>
          <p:nvPr/>
        </p:nvCxnSpPr>
        <p:spPr>
          <a:xfrm flipH="1" flipV="1">
            <a:off x="7614458" y="2833223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ector recto de flecha 389">
            <a:extLst>
              <a:ext uri="{FF2B5EF4-FFF2-40B4-BE49-F238E27FC236}">
                <a16:creationId xmlns:a16="http://schemas.microsoft.com/office/drawing/2014/main" id="{C5F4A228-0D3D-0D9C-46DD-1E550CB9C4B8}"/>
              </a:ext>
            </a:extLst>
          </p:cNvPr>
          <p:cNvCxnSpPr>
            <a:cxnSpLocks/>
            <a:stCxn id="388" idx="4"/>
            <a:endCxn id="386" idx="7"/>
          </p:cNvCxnSpPr>
          <p:nvPr/>
        </p:nvCxnSpPr>
        <p:spPr>
          <a:xfrm flipH="1">
            <a:off x="7614458" y="4027987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ector recto de flecha 390">
            <a:extLst>
              <a:ext uri="{FF2B5EF4-FFF2-40B4-BE49-F238E27FC236}">
                <a16:creationId xmlns:a16="http://schemas.microsoft.com/office/drawing/2014/main" id="{3659455C-8DB1-1BAF-04E5-8889B0034E59}"/>
              </a:ext>
            </a:extLst>
          </p:cNvPr>
          <p:cNvCxnSpPr>
            <a:cxnSpLocks/>
            <a:stCxn id="387" idx="7"/>
            <a:endCxn id="388" idx="3"/>
          </p:cNvCxnSpPr>
          <p:nvPr/>
        </p:nvCxnSpPr>
        <p:spPr>
          <a:xfrm flipV="1">
            <a:off x="6182893" y="3966016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ector recto de flecha 391">
            <a:extLst>
              <a:ext uri="{FF2B5EF4-FFF2-40B4-BE49-F238E27FC236}">
                <a16:creationId xmlns:a16="http://schemas.microsoft.com/office/drawing/2014/main" id="{8BF8C3E5-97CD-404E-2AED-91CCD797C139}"/>
              </a:ext>
            </a:extLst>
          </p:cNvPr>
          <p:cNvCxnSpPr>
            <a:cxnSpLocks/>
            <a:stCxn id="385" idx="5"/>
            <a:endCxn id="388" idx="1"/>
          </p:cNvCxnSpPr>
          <p:nvPr/>
        </p:nvCxnSpPr>
        <p:spPr>
          <a:xfrm>
            <a:off x="6177778" y="3191207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ector recto de flecha 392">
            <a:extLst>
              <a:ext uri="{FF2B5EF4-FFF2-40B4-BE49-F238E27FC236}">
                <a16:creationId xmlns:a16="http://schemas.microsoft.com/office/drawing/2014/main" id="{AF98404F-A8BC-B078-F839-DA9A2E9A9BBA}"/>
              </a:ext>
            </a:extLst>
          </p:cNvPr>
          <p:cNvCxnSpPr>
            <a:stCxn id="384" idx="1"/>
            <a:endCxn id="385" idx="7"/>
          </p:cNvCxnSpPr>
          <p:nvPr/>
        </p:nvCxnSpPr>
        <p:spPr>
          <a:xfrm flipH="1">
            <a:off x="6177778" y="2533999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ector recto de flecha 393">
            <a:extLst>
              <a:ext uri="{FF2B5EF4-FFF2-40B4-BE49-F238E27FC236}">
                <a16:creationId xmlns:a16="http://schemas.microsoft.com/office/drawing/2014/main" id="{C4CBAF9F-0D30-BD4D-0641-5125B733A165}"/>
              </a:ext>
            </a:extLst>
          </p:cNvPr>
          <p:cNvCxnSpPr>
            <a:stCxn id="385" idx="6"/>
            <a:endCxn id="384" idx="2"/>
          </p:cNvCxnSpPr>
          <p:nvPr/>
        </p:nvCxnSpPr>
        <p:spPr>
          <a:xfrm flipV="1">
            <a:off x="6239749" y="2683611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5" name="Elipse 394">
            <a:extLst>
              <a:ext uri="{FF2B5EF4-FFF2-40B4-BE49-F238E27FC236}">
                <a16:creationId xmlns:a16="http://schemas.microsoft.com/office/drawing/2014/main" id="{289086C7-9E3D-D491-58F6-75D6F372B9FF}"/>
              </a:ext>
            </a:extLst>
          </p:cNvPr>
          <p:cNvSpPr/>
          <p:nvPr/>
        </p:nvSpPr>
        <p:spPr>
          <a:xfrm>
            <a:off x="10847110" y="2470293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96" name="Elipse 395">
            <a:extLst>
              <a:ext uri="{FF2B5EF4-FFF2-40B4-BE49-F238E27FC236}">
                <a16:creationId xmlns:a16="http://schemas.microsoft.com/office/drawing/2014/main" id="{1286C539-1B1E-9EC2-0420-CCB244351C0D}"/>
              </a:ext>
            </a:extLst>
          </p:cNvPr>
          <p:cNvSpPr/>
          <p:nvPr/>
        </p:nvSpPr>
        <p:spPr>
          <a:xfrm>
            <a:off x="9410430" y="2828277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97" name="Elipse 396">
            <a:extLst>
              <a:ext uri="{FF2B5EF4-FFF2-40B4-BE49-F238E27FC236}">
                <a16:creationId xmlns:a16="http://schemas.microsoft.com/office/drawing/2014/main" id="{4CC464A9-5C28-1F30-327D-088ACB6EA712}"/>
              </a:ext>
            </a:extLst>
          </p:cNvPr>
          <p:cNvSpPr/>
          <p:nvPr/>
        </p:nvSpPr>
        <p:spPr>
          <a:xfrm>
            <a:off x="10847110" y="4871382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98" name="Elipse 397">
            <a:extLst>
              <a:ext uri="{FF2B5EF4-FFF2-40B4-BE49-F238E27FC236}">
                <a16:creationId xmlns:a16="http://schemas.microsoft.com/office/drawing/2014/main" id="{2869B3F8-C2CB-1517-CE14-7CA958773588}"/>
              </a:ext>
            </a:extLst>
          </p:cNvPr>
          <p:cNvSpPr/>
          <p:nvPr/>
        </p:nvSpPr>
        <p:spPr>
          <a:xfrm>
            <a:off x="9415545" y="4484375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99" name="Elipse 398">
            <a:extLst>
              <a:ext uri="{FF2B5EF4-FFF2-40B4-BE49-F238E27FC236}">
                <a16:creationId xmlns:a16="http://schemas.microsoft.com/office/drawing/2014/main" id="{B329CF8D-BDFD-A98F-EE82-0015C09D747B}"/>
              </a:ext>
            </a:extLst>
          </p:cNvPr>
          <p:cNvSpPr/>
          <p:nvPr/>
        </p:nvSpPr>
        <p:spPr>
          <a:xfrm>
            <a:off x="11686201" y="3603086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400" name="Conector recto de flecha 399">
            <a:extLst>
              <a:ext uri="{FF2B5EF4-FFF2-40B4-BE49-F238E27FC236}">
                <a16:creationId xmlns:a16="http://schemas.microsoft.com/office/drawing/2014/main" id="{21A3130D-C0C1-AA3B-5C1C-96A81DD3FF9E}"/>
              </a:ext>
            </a:extLst>
          </p:cNvPr>
          <p:cNvCxnSpPr>
            <a:cxnSpLocks/>
            <a:stCxn id="399" idx="1"/>
            <a:endCxn id="395" idx="5"/>
          </p:cNvCxnSpPr>
          <p:nvPr/>
        </p:nvCxnSpPr>
        <p:spPr>
          <a:xfrm flipH="1" flipV="1">
            <a:off x="11208305" y="2831488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ector recto de flecha 400">
            <a:extLst>
              <a:ext uri="{FF2B5EF4-FFF2-40B4-BE49-F238E27FC236}">
                <a16:creationId xmlns:a16="http://schemas.microsoft.com/office/drawing/2014/main" id="{3A90FC16-70CC-E0CE-1ED1-95D28D099D1C}"/>
              </a:ext>
            </a:extLst>
          </p:cNvPr>
          <p:cNvCxnSpPr>
            <a:cxnSpLocks/>
            <a:stCxn id="399" idx="4"/>
            <a:endCxn id="397" idx="7"/>
          </p:cNvCxnSpPr>
          <p:nvPr/>
        </p:nvCxnSpPr>
        <p:spPr>
          <a:xfrm flipH="1">
            <a:off x="11208305" y="4026252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ector recto de flecha 401">
            <a:extLst>
              <a:ext uri="{FF2B5EF4-FFF2-40B4-BE49-F238E27FC236}">
                <a16:creationId xmlns:a16="http://schemas.microsoft.com/office/drawing/2014/main" id="{09854128-FC3D-7252-657F-0D4C2C6293A4}"/>
              </a:ext>
            </a:extLst>
          </p:cNvPr>
          <p:cNvCxnSpPr>
            <a:cxnSpLocks/>
            <a:stCxn id="398" idx="7"/>
            <a:endCxn id="399" idx="3"/>
          </p:cNvCxnSpPr>
          <p:nvPr/>
        </p:nvCxnSpPr>
        <p:spPr>
          <a:xfrm flipV="1">
            <a:off x="9776740" y="3964281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ector recto de flecha 402">
            <a:extLst>
              <a:ext uri="{FF2B5EF4-FFF2-40B4-BE49-F238E27FC236}">
                <a16:creationId xmlns:a16="http://schemas.microsoft.com/office/drawing/2014/main" id="{F2CEF971-2CC5-D4AD-2F35-FD72CE7D74EA}"/>
              </a:ext>
            </a:extLst>
          </p:cNvPr>
          <p:cNvCxnSpPr>
            <a:cxnSpLocks/>
            <a:stCxn id="396" idx="5"/>
            <a:endCxn id="399" idx="1"/>
          </p:cNvCxnSpPr>
          <p:nvPr/>
        </p:nvCxnSpPr>
        <p:spPr>
          <a:xfrm>
            <a:off x="9771625" y="3189472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ector recto de flecha 403">
            <a:extLst>
              <a:ext uri="{FF2B5EF4-FFF2-40B4-BE49-F238E27FC236}">
                <a16:creationId xmlns:a16="http://schemas.microsoft.com/office/drawing/2014/main" id="{5F3CDF0D-913C-DE92-CA6A-6E39A9D128C3}"/>
              </a:ext>
            </a:extLst>
          </p:cNvPr>
          <p:cNvCxnSpPr>
            <a:cxnSpLocks/>
            <a:stCxn id="398" idx="0"/>
            <a:endCxn id="396" idx="4"/>
          </p:cNvCxnSpPr>
          <p:nvPr/>
        </p:nvCxnSpPr>
        <p:spPr>
          <a:xfrm flipH="1" flipV="1">
            <a:off x="9622013" y="3251443"/>
            <a:ext cx="5115" cy="1232932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ector recto de flecha 404">
            <a:extLst>
              <a:ext uri="{FF2B5EF4-FFF2-40B4-BE49-F238E27FC236}">
                <a16:creationId xmlns:a16="http://schemas.microsoft.com/office/drawing/2014/main" id="{491FABA5-8F9F-3F5D-FEC3-DB0FD4F89544}"/>
              </a:ext>
            </a:extLst>
          </p:cNvPr>
          <p:cNvCxnSpPr>
            <a:cxnSpLocks/>
          </p:cNvCxnSpPr>
          <p:nvPr/>
        </p:nvCxnSpPr>
        <p:spPr>
          <a:xfrm>
            <a:off x="9757469" y="4796165"/>
            <a:ext cx="1269061" cy="457474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ector recto de flecha 405">
            <a:extLst>
              <a:ext uri="{FF2B5EF4-FFF2-40B4-BE49-F238E27FC236}">
                <a16:creationId xmlns:a16="http://schemas.microsoft.com/office/drawing/2014/main" id="{D8B86AA8-1FA6-CE80-416A-B005703A6E17}"/>
              </a:ext>
            </a:extLst>
          </p:cNvPr>
          <p:cNvCxnSpPr>
            <a:stCxn id="395" idx="1"/>
            <a:endCxn id="396" idx="7"/>
          </p:cNvCxnSpPr>
          <p:nvPr/>
        </p:nvCxnSpPr>
        <p:spPr>
          <a:xfrm flipH="1">
            <a:off x="9771625" y="2532264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ector recto de flecha 406">
            <a:extLst>
              <a:ext uri="{FF2B5EF4-FFF2-40B4-BE49-F238E27FC236}">
                <a16:creationId xmlns:a16="http://schemas.microsoft.com/office/drawing/2014/main" id="{AEFF6E5B-5D40-4200-F3C2-C68C92A294EF}"/>
              </a:ext>
            </a:extLst>
          </p:cNvPr>
          <p:cNvCxnSpPr>
            <a:stCxn id="396" idx="6"/>
            <a:endCxn id="395" idx="2"/>
          </p:cNvCxnSpPr>
          <p:nvPr/>
        </p:nvCxnSpPr>
        <p:spPr>
          <a:xfrm flipV="1">
            <a:off x="9833596" y="2681876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ector recto de flecha 407">
            <a:extLst>
              <a:ext uri="{FF2B5EF4-FFF2-40B4-BE49-F238E27FC236}">
                <a16:creationId xmlns:a16="http://schemas.microsoft.com/office/drawing/2014/main" id="{A87614BA-42EA-BAB0-3F2A-6BB8FCD7FA22}"/>
              </a:ext>
            </a:extLst>
          </p:cNvPr>
          <p:cNvCxnSpPr>
            <a:stCxn id="397" idx="1"/>
            <a:endCxn id="396" idx="5"/>
          </p:cNvCxnSpPr>
          <p:nvPr/>
        </p:nvCxnSpPr>
        <p:spPr>
          <a:xfrm flipH="1" flipV="1">
            <a:off x="9771625" y="3189472"/>
            <a:ext cx="1137456" cy="1743881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ector recto de flecha 408">
            <a:extLst>
              <a:ext uri="{FF2B5EF4-FFF2-40B4-BE49-F238E27FC236}">
                <a16:creationId xmlns:a16="http://schemas.microsoft.com/office/drawing/2014/main" id="{97168994-3E1A-55EE-0FD7-D0ACBAA42282}"/>
              </a:ext>
            </a:extLst>
          </p:cNvPr>
          <p:cNvCxnSpPr>
            <a:cxnSpLocks/>
            <a:stCxn id="357" idx="1"/>
          </p:cNvCxnSpPr>
          <p:nvPr/>
        </p:nvCxnSpPr>
        <p:spPr>
          <a:xfrm flipH="1" flipV="1">
            <a:off x="3383366" y="4546772"/>
            <a:ext cx="1135552" cy="39457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ector recto de flecha 409">
            <a:extLst>
              <a:ext uri="{FF2B5EF4-FFF2-40B4-BE49-F238E27FC236}">
                <a16:creationId xmlns:a16="http://schemas.microsoft.com/office/drawing/2014/main" id="{B69B98B3-8592-F3F2-D5C2-3271360E5E12}"/>
              </a:ext>
            </a:extLst>
          </p:cNvPr>
          <p:cNvCxnSpPr>
            <a:stCxn id="397" idx="1"/>
            <a:endCxn id="398" idx="7"/>
          </p:cNvCxnSpPr>
          <p:nvPr/>
        </p:nvCxnSpPr>
        <p:spPr>
          <a:xfrm flipH="1" flipV="1">
            <a:off x="9776740" y="4546346"/>
            <a:ext cx="1132341" cy="38700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ector recto de flecha 410">
            <a:extLst>
              <a:ext uri="{FF2B5EF4-FFF2-40B4-BE49-F238E27FC236}">
                <a16:creationId xmlns:a16="http://schemas.microsoft.com/office/drawing/2014/main" id="{331ADF15-9E77-849D-A066-8AD41FC44A13}"/>
              </a:ext>
            </a:extLst>
          </p:cNvPr>
          <p:cNvCxnSpPr>
            <a:stCxn id="355" idx="6"/>
            <a:endCxn id="359" idx="0"/>
          </p:cNvCxnSpPr>
          <p:nvPr/>
        </p:nvCxnSpPr>
        <p:spPr>
          <a:xfrm>
            <a:off x="4880113" y="2689865"/>
            <a:ext cx="627508" cy="921210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CuadroTexto 412">
            <a:extLst>
              <a:ext uri="{FF2B5EF4-FFF2-40B4-BE49-F238E27FC236}">
                <a16:creationId xmlns:a16="http://schemas.microsoft.com/office/drawing/2014/main" id="{3A3D2995-AB3A-6681-E1A8-42AB441C355A}"/>
              </a:ext>
            </a:extLst>
          </p:cNvPr>
          <p:cNvSpPr txBox="1"/>
          <p:nvPr/>
        </p:nvSpPr>
        <p:spPr>
          <a:xfrm>
            <a:off x="8628618" y="3429843"/>
            <a:ext cx="813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/>
              <a:t>…</a:t>
            </a:r>
            <a:endParaRPr lang="es-419" sz="3600" dirty="0"/>
          </a:p>
        </p:txBody>
      </p:sp>
      <p:sp>
        <p:nvSpPr>
          <p:cNvPr id="473" name="Elipse 472">
            <a:extLst>
              <a:ext uri="{FF2B5EF4-FFF2-40B4-BE49-F238E27FC236}">
                <a16:creationId xmlns:a16="http://schemas.microsoft.com/office/drawing/2014/main" id="{807D608B-797E-DB06-4045-0CAFFE1ED05D}"/>
              </a:ext>
            </a:extLst>
          </p:cNvPr>
          <p:cNvSpPr/>
          <p:nvPr/>
        </p:nvSpPr>
        <p:spPr>
          <a:xfrm>
            <a:off x="1597368" y="2467082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74" name="Elipse 473">
            <a:extLst>
              <a:ext uri="{FF2B5EF4-FFF2-40B4-BE49-F238E27FC236}">
                <a16:creationId xmlns:a16="http://schemas.microsoft.com/office/drawing/2014/main" id="{EC6E07F9-7571-841F-5AB8-755F30134E10}"/>
              </a:ext>
            </a:extLst>
          </p:cNvPr>
          <p:cNvSpPr/>
          <p:nvPr/>
        </p:nvSpPr>
        <p:spPr>
          <a:xfrm>
            <a:off x="160688" y="2825066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75" name="Elipse 474">
            <a:extLst>
              <a:ext uri="{FF2B5EF4-FFF2-40B4-BE49-F238E27FC236}">
                <a16:creationId xmlns:a16="http://schemas.microsoft.com/office/drawing/2014/main" id="{EBFF5150-3DF7-5ABA-3474-A89A3FA5DA65}"/>
              </a:ext>
            </a:extLst>
          </p:cNvPr>
          <p:cNvSpPr/>
          <p:nvPr/>
        </p:nvSpPr>
        <p:spPr>
          <a:xfrm>
            <a:off x="1597368" y="4868171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76" name="Elipse 475">
            <a:extLst>
              <a:ext uri="{FF2B5EF4-FFF2-40B4-BE49-F238E27FC236}">
                <a16:creationId xmlns:a16="http://schemas.microsoft.com/office/drawing/2014/main" id="{C5BC1F6A-36F2-E9E9-DB35-D2CA3853410E}"/>
              </a:ext>
            </a:extLst>
          </p:cNvPr>
          <p:cNvSpPr/>
          <p:nvPr/>
        </p:nvSpPr>
        <p:spPr>
          <a:xfrm>
            <a:off x="165803" y="4481164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77" name="Elipse 476">
            <a:extLst>
              <a:ext uri="{FF2B5EF4-FFF2-40B4-BE49-F238E27FC236}">
                <a16:creationId xmlns:a16="http://schemas.microsoft.com/office/drawing/2014/main" id="{CE3F4154-C28E-56F9-6EBC-8D29748B9864}"/>
              </a:ext>
            </a:extLst>
          </p:cNvPr>
          <p:cNvSpPr/>
          <p:nvPr/>
        </p:nvSpPr>
        <p:spPr>
          <a:xfrm>
            <a:off x="2436459" y="3599875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478" name="Conector recto de flecha 477">
            <a:extLst>
              <a:ext uri="{FF2B5EF4-FFF2-40B4-BE49-F238E27FC236}">
                <a16:creationId xmlns:a16="http://schemas.microsoft.com/office/drawing/2014/main" id="{2006CC68-7BB0-A665-4F15-FCD594F14739}"/>
              </a:ext>
            </a:extLst>
          </p:cNvPr>
          <p:cNvCxnSpPr>
            <a:cxnSpLocks/>
            <a:stCxn id="475" idx="1"/>
            <a:endCxn id="473" idx="3"/>
          </p:cNvCxnSpPr>
          <p:nvPr/>
        </p:nvCxnSpPr>
        <p:spPr>
          <a:xfrm flipV="1">
            <a:off x="1659339" y="2828277"/>
            <a:ext cx="0" cy="2101865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ector recto de flecha 478">
            <a:extLst>
              <a:ext uri="{FF2B5EF4-FFF2-40B4-BE49-F238E27FC236}">
                <a16:creationId xmlns:a16="http://schemas.microsoft.com/office/drawing/2014/main" id="{6D05A78F-F67C-416F-4A91-6BA72830237D}"/>
              </a:ext>
            </a:extLst>
          </p:cNvPr>
          <p:cNvCxnSpPr>
            <a:cxnSpLocks/>
            <a:stCxn id="477" idx="1"/>
            <a:endCxn id="473" idx="5"/>
          </p:cNvCxnSpPr>
          <p:nvPr/>
        </p:nvCxnSpPr>
        <p:spPr>
          <a:xfrm flipH="1" flipV="1">
            <a:off x="1958563" y="2828277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ector recto de flecha 479">
            <a:extLst>
              <a:ext uri="{FF2B5EF4-FFF2-40B4-BE49-F238E27FC236}">
                <a16:creationId xmlns:a16="http://schemas.microsoft.com/office/drawing/2014/main" id="{5B3CDC4A-E73F-2354-D453-B4326968E805}"/>
              </a:ext>
            </a:extLst>
          </p:cNvPr>
          <p:cNvCxnSpPr>
            <a:cxnSpLocks/>
            <a:stCxn id="477" idx="4"/>
            <a:endCxn id="475" idx="7"/>
          </p:cNvCxnSpPr>
          <p:nvPr/>
        </p:nvCxnSpPr>
        <p:spPr>
          <a:xfrm flipH="1">
            <a:off x="1958563" y="4023041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ector recto de flecha 480">
            <a:extLst>
              <a:ext uri="{FF2B5EF4-FFF2-40B4-BE49-F238E27FC236}">
                <a16:creationId xmlns:a16="http://schemas.microsoft.com/office/drawing/2014/main" id="{FFF4C550-8279-835F-1610-4FD5C49A4950}"/>
              </a:ext>
            </a:extLst>
          </p:cNvPr>
          <p:cNvCxnSpPr>
            <a:cxnSpLocks/>
            <a:stCxn id="476" idx="7"/>
            <a:endCxn id="477" idx="3"/>
          </p:cNvCxnSpPr>
          <p:nvPr/>
        </p:nvCxnSpPr>
        <p:spPr>
          <a:xfrm flipV="1">
            <a:off x="526998" y="3961070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ector recto de flecha 481">
            <a:extLst>
              <a:ext uri="{FF2B5EF4-FFF2-40B4-BE49-F238E27FC236}">
                <a16:creationId xmlns:a16="http://schemas.microsoft.com/office/drawing/2014/main" id="{3C13205D-94E6-1592-5460-558D87857BDE}"/>
              </a:ext>
            </a:extLst>
          </p:cNvPr>
          <p:cNvCxnSpPr>
            <a:cxnSpLocks/>
            <a:stCxn id="474" idx="5"/>
            <a:endCxn id="477" idx="1"/>
          </p:cNvCxnSpPr>
          <p:nvPr/>
        </p:nvCxnSpPr>
        <p:spPr>
          <a:xfrm>
            <a:off x="521883" y="3186261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ector recto de flecha 482">
            <a:extLst>
              <a:ext uri="{FF2B5EF4-FFF2-40B4-BE49-F238E27FC236}">
                <a16:creationId xmlns:a16="http://schemas.microsoft.com/office/drawing/2014/main" id="{79B5F6EE-4B7A-ACEC-BE98-8D406BFFE8DA}"/>
              </a:ext>
            </a:extLst>
          </p:cNvPr>
          <p:cNvCxnSpPr>
            <a:cxnSpLocks/>
            <a:stCxn id="474" idx="7"/>
            <a:endCxn id="473" idx="1"/>
          </p:cNvCxnSpPr>
          <p:nvPr/>
        </p:nvCxnSpPr>
        <p:spPr>
          <a:xfrm flipV="1">
            <a:off x="521883" y="2529053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ector recto de flecha 483">
            <a:extLst>
              <a:ext uri="{FF2B5EF4-FFF2-40B4-BE49-F238E27FC236}">
                <a16:creationId xmlns:a16="http://schemas.microsoft.com/office/drawing/2014/main" id="{6E1EAE2B-CDBB-2E2B-D36C-E46C4FBCEAD9}"/>
              </a:ext>
            </a:extLst>
          </p:cNvPr>
          <p:cNvCxnSpPr>
            <a:cxnSpLocks/>
            <a:stCxn id="473" idx="2"/>
            <a:endCxn id="474" idx="6"/>
          </p:cNvCxnSpPr>
          <p:nvPr/>
        </p:nvCxnSpPr>
        <p:spPr>
          <a:xfrm flipH="1">
            <a:off x="583854" y="2678665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ector recto de flecha 484">
            <a:extLst>
              <a:ext uri="{FF2B5EF4-FFF2-40B4-BE49-F238E27FC236}">
                <a16:creationId xmlns:a16="http://schemas.microsoft.com/office/drawing/2014/main" id="{3902422B-031E-FF90-E963-EE9D208E48F3}"/>
              </a:ext>
            </a:extLst>
          </p:cNvPr>
          <p:cNvCxnSpPr>
            <a:cxnSpLocks/>
            <a:stCxn id="473" idx="4"/>
            <a:endCxn id="475" idx="0"/>
          </p:cNvCxnSpPr>
          <p:nvPr/>
        </p:nvCxnSpPr>
        <p:spPr>
          <a:xfrm>
            <a:off x="1808951" y="2890248"/>
            <a:ext cx="0" cy="1977923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ector recto de flecha 485">
            <a:extLst>
              <a:ext uri="{FF2B5EF4-FFF2-40B4-BE49-F238E27FC236}">
                <a16:creationId xmlns:a16="http://schemas.microsoft.com/office/drawing/2014/main" id="{C68A3761-B5D8-C796-94E7-31E4D3BB134A}"/>
              </a:ext>
            </a:extLst>
          </p:cNvPr>
          <p:cNvCxnSpPr>
            <a:cxnSpLocks/>
            <a:stCxn id="473" idx="6"/>
            <a:endCxn id="477" idx="0"/>
          </p:cNvCxnSpPr>
          <p:nvPr/>
        </p:nvCxnSpPr>
        <p:spPr>
          <a:xfrm>
            <a:off x="2020534" y="2678665"/>
            <a:ext cx="627508" cy="921210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ra sonriente 2">
            <a:extLst>
              <a:ext uri="{FF2B5EF4-FFF2-40B4-BE49-F238E27FC236}">
                <a16:creationId xmlns:a16="http://schemas.microsoft.com/office/drawing/2014/main" id="{6BDC456E-C867-149A-1ECB-34587142991F}"/>
              </a:ext>
            </a:extLst>
          </p:cNvPr>
          <p:cNvSpPr/>
          <p:nvPr/>
        </p:nvSpPr>
        <p:spPr>
          <a:xfrm>
            <a:off x="3951987" y="1573748"/>
            <a:ext cx="617621" cy="633663"/>
          </a:xfrm>
          <a:prstGeom prst="smileyFace">
            <a:avLst/>
          </a:prstGeom>
          <a:solidFill>
            <a:srgbClr val="92D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Cara sonriente 4">
            <a:extLst>
              <a:ext uri="{FF2B5EF4-FFF2-40B4-BE49-F238E27FC236}">
                <a16:creationId xmlns:a16="http://schemas.microsoft.com/office/drawing/2014/main" id="{638F424B-D218-7DBC-A832-BDA724A80A93}"/>
              </a:ext>
            </a:extLst>
          </p:cNvPr>
          <p:cNvSpPr/>
          <p:nvPr/>
        </p:nvSpPr>
        <p:spPr>
          <a:xfrm>
            <a:off x="6831171" y="1583243"/>
            <a:ext cx="617621" cy="633663"/>
          </a:xfrm>
          <a:prstGeom prst="smileyFac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" name="Cara sonriente 6">
            <a:extLst>
              <a:ext uri="{FF2B5EF4-FFF2-40B4-BE49-F238E27FC236}">
                <a16:creationId xmlns:a16="http://schemas.microsoft.com/office/drawing/2014/main" id="{91524626-B078-14D5-4E5E-881EFADCB368}"/>
              </a:ext>
            </a:extLst>
          </p:cNvPr>
          <p:cNvSpPr/>
          <p:nvPr/>
        </p:nvSpPr>
        <p:spPr>
          <a:xfrm>
            <a:off x="10291460" y="1576959"/>
            <a:ext cx="617621" cy="633663"/>
          </a:xfrm>
          <a:prstGeom prst="smileyFac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" name="Cara sonriente 8">
            <a:extLst>
              <a:ext uri="{FF2B5EF4-FFF2-40B4-BE49-F238E27FC236}">
                <a16:creationId xmlns:a16="http://schemas.microsoft.com/office/drawing/2014/main" id="{45D1CD52-BA82-68C5-471C-54AAFA8491B3}"/>
              </a:ext>
            </a:extLst>
          </p:cNvPr>
          <p:cNvSpPr/>
          <p:nvPr/>
        </p:nvSpPr>
        <p:spPr>
          <a:xfrm>
            <a:off x="1072803" y="1577278"/>
            <a:ext cx="617621" cy="633663"/>
          </a:xfrm>
          <a:prstGeom prst="smileyFac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E3FBA4C-651F-8C2B-4A4F-45E123F5B471}"/>
              </a:ext>
            </a:extLst>
          </p:cNvPr>
          <p:cNvSpPr txBox="1"/>
          <p:nvPr/>
        </p:nvSpPr>
        <p:spPr>
          <a:xfrm>
            <a:off x="8682711" y="1491857"/>
            <a:ext cx="813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/>
              <a:t>…</a:t>
            </a:r>
            <a:endParaRPr lang="es-419" sz="3600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E7E2328D-4611-EF7D-8A1D-8BB9383409BC}"/>
              </a:ext>
            </a:extLst>
          </p:cNvPr>
          <p:cNvCxnSpPr>
            <a:cxnSpLocks/>
          </p:cNvCxnSpPr>
          <p:nvPr/>
        </p:nvCxnSpPr>
        <p:spPr>
          <a:xfrm>
            <a:off x="738895" y="6008300"/>
            <a:ext cx="703188" cy="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A7905D25-9C8F-48F9-31C9-78008B83557A}"/>
              </a:ext>
            </a:extLst>
          </p:cNvPr>
          <p:cNvCxnSpPr>
            <a:cxnSpLocks/>
          </p:cNvCxnSpPr>
          <p:nvPr/>
        </p:nvCxnSpPr>
        <p:spPr>
          <a:xfrm>
            <a:off x="4209998" y="5992081"/>
            <a:ext cx="703188" cy="0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DACBF87-B4EE-CEB0-2E7C-AB80DAF9329C}"/>
              </a:ext>
            </a:extLst>
          </p:cNvPr>
          <p:cNvCxnSpPr>
            <a:cxnSpLocks/>
          </p:cNvCxnSpPr>
          <p:nvPr/>
        </p:nvCxnSpPr>
        <p:spPr>
          <a:xfrm>
            <a:off x="8277024" y="6045377"/>
            <a:ext cx="703188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554C662-1511-84E6-D120-96031D515E5F}"/>
              </a:ext>
            </a:extLst>
          </p:cNvPr>
          <p:cNvSpPr txBox="1"/>
          <p:nvPr/>
        </p:nvSpPr>
        <p:spPr>
          <a:xfrm>
            <a:off x="1442083" y="5757925"/>
            <a:ext cx="2714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Shared Structure</a:t>
            </a:r>
            <a:endParaRPr lang="es-419" sz="24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F6534D3-5EAE-F43C-B1F6-06F02E09AF4A}"/>
              </a:ext>
            </a:extLst>
          </p:cNvPr>
          <p:cNvSpPr txBox="1"/>
          <p:nvPr/>
        </p:nvSpPr>
        <p:spPr>
          <a:xfrm>
            <a:off x="4961865" y="5629879"/>
            <a:ext cx="2714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Gender-moderated Effects </a:t>
            </a:r>
            <a:endParaRPr lang="es-419" sz="24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81932A9-C580-D4D2-76BF-2198D22B33AC}"/>
              </a:ext>
            </a:extLst>
          </p:cNvPr>
          <p:cNvSpPr txBox="1"/>
          <p:nvPr/>
        </p:nvSpPr>
        <p:spPr>
          <a:xfrm>
            <a:off x="8983071" y="5629879"/>
            <a:ext cx="2714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Socioeconomic-Moderated Effects</a:t>
            </a:r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4051892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FCA7-9DB1-FEFA-D248-881938E6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Elipse 354">
            <a:extLst>
              <a:ext uri="{FF2B5EF4-FFF2-40B4-BE49-F238E27FC236}">
                <a16:creationId xmlns:a16="http://schemas.microsoft.com/office/drawing/2014/main" id="{0D98C907-CA61-5362-1246-C10BDB69EB30}"/>
              </a:ext>
            </a:extLst>
          </p:cNvPr>
          <p:cNvSpPr/>
          <p:nvPr/>
        </p:nvSpPr>
        <p:spPr>
          <a:xfrm>
            <a:off x="2433840" y="765226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6" name="Elipse 355">
            <a:extLst>
              <a:ext uri="{FF2B5EF4-FFF2-40B4-BE49-F238E27FC236}">
                <a16:creationId xmlns:a16="http://schemas.microsoft.com/office/drawing/2014/main" id="{631E0B9F-12E1-4E4A-A482-30263E5C449E}"/>
              </a:ext>
            </a:extLst>
          </p:cNvPr>
          <p:cNvSpPr/>
          <p:nvPr/>
        </p:nvSpPr>
        <p:spPr>
          <a:xfrm>
            <a:off x="997160" y="1123210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7" name="Elipse 356">
            <a:extLst>
              <a:ext uri="{FF2B5EF4-FFF2-40B4-BE49-F238E27FC236}">
                <a16:creationId xmlns:a16="http://schemas.microsoft.com/office/drawing/2014/main" id="{D80EB670-F5EA-F97D-7D85-6C8AA79DA3E3}"/>
              </a:ext>
            </a:extLst>
          </p:cNvPr>
          <p:cNvSpPr/>
          <p:nvPr/>
        </p:nvSpPr>
        <p:spPr>
          <a:xfrm>
            <a:off x="2433840" y="3166315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8" name="Elipse 357">
            <a:extLst>
              <a:ext uri="{FF2B5EF4-FFF2-40B4-BE49-F238E27FC236}">
                <a16:creationId xmlns:a16="http://schemas.microsoft.com/office/drawing/2014/main" id="{FD920F67-DBCC-FEB6-14CB-C9C27B9E7702}"/>
              </a:ext>
            </a:extLst>
          </p:cNvPr>
          <p:cNvSpPr/>
          <p:nvPr/>
        </p:nvSpPr>
        <p:spPr>
          <a:xfrm>
            <a:off x="1002275" y="2779308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9" name="Elipse 358">
            <a:extLst>
              <a:ext uri="{FF2B5EF4-FFF2-40B4-BE49-F238E27FC236}">
                <a16:creationId xmlns:a16="http://schemas.microsoft.com/office/drawing/2014/main" id="{74AE86C0-5D7E-A84C-D492-3B7E48405333}"/>
              </a:ext>
            </a:extLst>
          </p:cNvPr>
          <p:cNvSpPr/>
          <p:nvPr/>
        </p:nvSpPr>
        <p:spPr>
          <a:xfrm>
            <a:off x="3272931" y="1898019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60" name="Conector recto de flecha 359">
            <a:extLst>
              <a:ext uri="{FF2B5EF4-FFF2-40B4-BE49-F238E27FC236}">
                <a16:creationId xmlns:a16="http://schemas.microsoft.com/office/drawing/2014/main" id="{4E61E0D5-D35D-E387-7532-B501CE5A02DE}"/>
              </a:ext>
            </a:extLst>
          </p:cNvPr>
          <p:cNvCxnSpPr>
            <a:cxnSpLocks/>
            <a:stCxn id="357" idx="1"/>
            <a:endCxn id="355" idx="3"/>
          </p:cNvCxnSpPr>
          <p:nvPr/>
        </p:nvCxnSpPr>
        <p:spPr>
          <a:xfrm flipV="1">
            <a:off x="2495811" y="1126421"/>
            <a:ext cx="0" cy="2101865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ector recto de flecha 360">
            <a:extLst>
              <a:ext uri="{FF2B5EF4-FFF2-40B4-BE49-F238E27FC236}">
                <a16:creationId xmlns:a16="http://schemas.microsoft.com/office/drawing/2014/main" id="{5C8AA673-55F3-1806-80F2-17F60025D264}"/>
              </a:ext>
            </a:extLst>
          </p:cNvPr>
          <p:cNvCxnSpPr>
            <a:cxnSpLocks/>
            <a:stCxn id="359" idx="1"/>
            <a:endCxn id="355" idx="5"/>
          </p:cNvCxnSpPr>
          <p:nvPr/>
        </p:nvCxnSpPr>
        <p:spPr>
          <a:xfrm flipH="1" flipV="1">
            <a:off x="2795035" y="1126421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ector recto de flecha 361">
            <a:extLst>
              <a:ext uri="{FF2B5EF4-FFF2-40B4-BE49-F238E27FC236}">
                <a16:creationId xmlns:a16="http://schemas.microsoft.com/office/drawing/2014/main" id="{08F0D7FA-DA0E-EC92-46E1-BA2ADEBA48A7}"/>
              </a:ext>
            </a:extLst>
          </p:cNvPr>
          <p:cNvCxnSpPr>
            <a:cxnSpLocks/>
            <a:stCxn id="359" idx="4"/>
            <a:endCxn id="357" idx="7"/>
          </p:cNvCxnSpPr>
          <p:nvPr/>
        </p:nvCxnSpPr>
        <p:spPr>
          <a:xfrm flipH="1">
            <a:off x="2795035" y="2321185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ector recto de flecha 362">
            <a:extLst>
              <a:ext uri="{FF2B5EF4-FFF2-40B4-BE49-F238E27FC236}">
                <a16:creationId xmlns:a16="http://schemas.microsoft.com/office/drawing/2014/main" id="{6BADC0C4-EB06-5B46-6795-319E3073FE6E}"/>
              </a:ext>
            </a:extLst>
          </p:cNvPr>
          <p:cNvCxnSpPr>
            <a:cxnSpLocks/>
            <a:stCxn id="358" idx="7"/>
            <a:endCxn id="359" idx="3"/>
          </p:cNvCxnSpPr>
          <p:nvPr/>
        </p:nvCxnSpPr>
        <p:spPr>
          <a:xfrm flipV="1">
            <a:off x="1363470" y="2259214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ector recto de flecha 363">
            <a:extLst>
              <a:ext uri="{FF2B5EF4-FFF2-40B4-BE49-F238E27FC236}">
                <a16:creationId xmlns:a16="http://schemas.microsoft.com/office/drawing/2014/main" id="{03922869-6C39-3F47-D760-D3C612F49E9E}"/>
              </a:ext>
            </a:extLst>
          </p:cNvPr>
          <p:cNvCxnSpPr>
            <a:cxnSpLocks/>
            <a:stCxn id="356" idx="5"/>
            <a:endCxn id="359" idx="1"/>
          </p:cNvCxnSpPr>
          <p:nvPr/>
        </p:nvCxnSpPr>
        <p:spPr>
          <a:xfrm>
            <a:off x="1358355" y="1484405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ector recto de flecha 376">
            <a:extLst>
              <a:ext uri="{FF2B5EF4-FFF2-40B4-BE49-F238E27FC236}">
                <a16:creationId xmlns:a16="http://schemas.microsoft.com/office/drawing/2014/main" id="{6354BB54-9F8C-04B3-2C81-08A39DAB5524}"/>
              </a:ext>
            </a:extLst>
          </p:cNvPr>
          <p:cNvCxnSpPr>
            <a:cxnSpLocks/>
            <a:stCxn id="356" idx="7"/>
            <a:endCxn id="355" idx="1"/>
          </p:cNvCxnSpPr>
          <p:nvPr/>
        </p:nvCxnSpPr>
        <p:spPr>
          <a:xfrm flipV="1">
            <a:off x="1358355" y="827197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ector recto de flecha 379">
            <a:extLst>
              <a:ext uri="{FF2B5EF4-FFF2-40B4-BE49-F238E27FC236}">
                <a16:creationId xmlns:a16="http://schemas.microsoft.com/office/drawing/2014/main" id="{982B4464-D2AC-0B08-CB87-BEABE7FC311C}"/>
              </a:ext>
            </a:extLst>
          </p:cNvPr>
          <p:cNvCxnSpPr>
            <a:cxnSpLocks/>
            <a:stCxn id="355" idx="2"/>
            <a:endCxn id="356" idx="6"/>
          </p:cNvCxnSpPr>
          <p:nvPr/>
        </p:nvCxnSpPr>
        <p:spPr>
          <a:xfrm flipH="1">
            <a:off x="1420326" y="976809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ector recto de flecha 381">
            <a:extLst>
              <a:ext uri="{FF2B5EF4-FFF2-40B4-BE49-F238E27FC236}">
                <a16:creationId xmlns:a16="http://schemas.microsoft.com/office/drawing/2014/main" id="{03B0F351-A8D9-92F2-D52A-B691D5B257A2}"/>
              </a:ext>
            </a:extLst>
          </p:cNvPr>
          <p:cNvCxnSpPr>
            <a:cxnSpLocks/>
            <a:stCxn id="355" idx="4"/>
            <a:endCxn id="357" idx="0"/>
          </p:cNvCxnSpPr>
          <p:nvPr/>
        </p:nvCxnSpPr>
        <p:spPr>
          <a:xfrm>
            <a:off x="2645423" y="1188392"/>
            <a:ext cx="0" cy="1977923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4" name="Elipse 383">
            <a:extLst>
              <a:ext uri="{FF2B5EF4-FFF2-40B4-BE49-F238E27FC236}">
                <a16:creationId xmlns:a16="http://schemas.microsoft.com/office/drawing/2014/main" id="{C9E84EC4-D7F5-69A5-180C-DB9173AC1433}"/>
              </a:ext>
            </a:extLst>
          </p:cNvPr>
          <p:cNvSpPr/>
          <p:nvPr/>
        </p:nvSpPr>
        <p:spPr>
          <a:xfrm>
            <a:off x="5782134" y="763672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5" name="Elipse 384">
            <a:extLst>
              <a:ext uri="{FF2B5EF4-FFF2-40B4-BE49-F238E27FC236}">
                <a16:creationId xmlns:a16="http://schemas.microsoft.com/office/drawing/2014/main" id="{4C239301-F818-8D3E-9C18-23FCB667BF52}"/>
              </a:ext>
            </a:extLst>
          </p:cNvPr>
          <p:cNvSpPr/>
          <p:nvPr/>
        </p:nvSpPr>
        <p:spPr>
          <a:xfrm>
            <a:off x="4345454" y="1121656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6" name="Elipse 385">
            <a:extLst>
              <a:ext uri="{FF2B5EF4-FFF2-40B4-BE49-F238E27FC236}">
                <a16:creationId xmlns:a16="http://schemas.microsoft.com/office/drawing/2014/main" id="{4BD4B3B4-152B-2A24-4C65-C384F6A8171A}"/>
              </a:ext>
            </a:extLst>
          </p:cNvPr>
          <p:cNvSpPr/>
          <p:nvPr/>
        </p:nvSpPr>
        <p:spPr>
          <a:xfrm>
            <a:off x="5782134" y="3164761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7" name="Elipse 386">
            <a:extLst>
              <a:ext uri="{FF2B5EF4-FFF2-40B4-BE49-F238E27FC236}">
                <a16:creationId xmlns:a16="http://schemas.microsoft.com/office/drawing/2014/main" id="{5006BCD7-83B3-5F1C-3542-7D6D4CCFCAD4}"/>
              </a:ext>
            </a:extLst>
          </p:cNvPr>
          <p:cNvSpPr/>
          <p:nvPr/>
        </p:nvSpPr>
        <p:spPr>
          <a:xfrm>
            <a:off x="4350569" y="2777754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8" name="Elipse 387">
            <a:extLst>
              <a:ext uri="{FF2B5EF4-FFF2-40B4-BE49-F238E27FC236}">
                <a16:creationId xmlns:a16="http://schemas.microsoft.com/office/drawing/2014/main" id="{ED4A1F2A-3F9E-89C6-E75C-9AC2DA5D933F}"/>
              </a:ext>
            </a:extLst>
          </p:cNvPr>
          <p:cNvSpPr/>
          <p:nvPr/>
        </p:nvSpPr>
        <p:spPr>
          <a:xfrm>
            <a:off x="6621225" y="1896465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89" name="Conector recto de flecha 388">
            <a:extLst>
              <a:ext uri="{FF2B5EF4-FFF2-40B4-BE49-F238E27FC236}">
                <a16:creationId xmlns:a16="http://schemas.microsoft.com/office/drawing/2014/main" id="{8B6271C4-4BFE-7467-ADDC-3F9A8A14AD8B}"/>
              </a:ext>
            </a:extLst>
          </p:cNvPr>
          <p:cNvCxnSpPr>
            <a:cxnSpLocks/>
            <a:stCxn id="388" idx="1"/>
            <a:endCxn id="384" idx="5"/>
          </p:cNvCxnSpPr>
          <p:nvPr/>
        </p:nvCxnSpPr>
        <p:spPr>
          <a:xfrm flipH="1" flipV="1">
            <a:off x="6143329" y="1124867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ector recto de flecha 389">
            <a:extLst>
              <a:ext uri="{FF2B5EF4-FFF2-40B4-BE49-F238E27FC236}">
                <a16:creationId xmlns:a16="http://schemas.microsoft.com/office/drawing/2014/main" id="{13ECBDB6-F40D-31C2-7DEA-31A37B4E0695}"/>
              </a:ext>
            </a:extLst>
          </p:cNvPr>
          <p:cNvCxnSpPr>
            <a:cxnSpLocks/>
            <a:stCxn id="388" idx="4"/>
            <a:endCxn id="386" idx="7"/>
          </p:cNvCxnSpPr>
          <p:nvPr/>
        </p:nvCxnSpPr>
        <p:spPr>
          <a:xfrm flipH="1">
            <a:off x="6143329" y="2319631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ector recto de flecha 390">
            <a:extLst>
              <a:ext uri="{FF2B5EF4-FFF2-40B4-BE49-F238E27FC236}">
                <a16:creationId xmlns:a16="http://schemas.microsoft.com/office/drawing/2014/main" id="{D7FB23EF-9E09-E2FB-A2C3-1442F747F2D4}"/>
              </a:ext>
            </a:extLst>
          </p:cNvPr>
          <p:cNvCxnSpPr>
            <a:cxnSpLocks/>
            <a:stCxn id="387" idx="7"/>
            <a:endCxn id="388" idx="3"/>
          </p:cNvCxnSpPr>
          <p:nvPr/>
        </p:nvCxnSpPr>
        <p:spPr>
          <a:xfrm flipV="1">
            <a:off x="4711764" y="2257660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ector recto de flecha 391">
            <a:extLst>
              <a:ext uri="{FF2B5EF4-FFF2-40B4-BE49-F238E27FC236}">
                <a16:creationId xmlns:a16="http://schemas.microsoft.com/office/drawing/2014/main" id="{E732E3ED-8B02-5F21-4F20-9561844D0F9A}"/>
              </a:ext>
            </a:extLst>
          </p:cNvPr>
          <p:cNvCxnSpPr>
            <a:cxnSpLocks/>
            <a:stCxn id="385" idx="5"/>
            <a:endCxn id="388" idx="1"/>
          </p:cNvCxnSpPr>
          <p:nvPr/>
        </p:nvCxnSpPr>
        <p:spPr>
          <a:xfrm>
            <a:off x="4706649" y="1482851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ector recto de flecha 392">
            <a:extLst>
              <a:ext uri="{FF2B5EF4-FFF2-40B4-BE49-F238E27FC236}">
                <a16:creationId xmlns:a16="http://schemas.microsoft.com/office/drawing/2014/main" id="{CA95E945-4E1E-8C20-29FA-9217F69FC89D}"/>
              </a:ext>
            </a:extLst>
          </p:cNvPr>
          <p:cNvCxnSpPr>
            <a:stCxn id="384" idx="1"/>
            <a:endCxn id="385" idx="7"/>
          </p:cNvCxnSpPr>
          <p:nvPr/>
        </p:nvCxnSpPr>
        <p:spPr>
          <a:xfrm flipH="1">
            <a:off x="4706649" y="825643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ector recto de flecha 393">
            <a:extLst>
              <a:ext uri="{FF2B5EF4-FFF2-40B4-BE49-F238E27FC236}">
                <a16:creationId xmlns:a16="http://schemas.microsoft.com/office/drawing/2014/main" id="{5D75D5BE-A1B3-DE70-1880-89EEAA09BE7D}"/>
              </a:ext>
            </a:extLst>
          </p:cNvPr>
          <p:cNvCxnSpPr>
            <a:stCxn id="385" idx="6"/>
            <a:endCxn id="384" idx="2"/>
          </p:cNvCxnSpPr>
          <p:nvPr/>
        </p:nvCxnSpPr>
        <p:spPr>
          <a:xfrm flipV="1">
            <a:off x="4768620" y="975255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ector recto de flecha 410">
            <a:extLst>
              <a:ext uri="{FF2B5EF4-FFF2-40B4-BE49-F238E27FC236}">
                <a16:creationId xmlns:a16="http://schemas.microsoft.com/office/drawing/2014/main" id="{956359AF-DEB7-7EEA-D75C-66BF7324FF01}"/>
              </a:ext>
            </a:extLst>
          </p:cNvPr>
          <p:cNvCxnSpPr>
            <a:stCxn id="355" idx="6"/>
            <a:endCxn id="359" idx="0"/>
          </p:cNvCxnSpPr>
          <p:nvPr/>
        </p:nvCxnSpPr>
        <p:spPr>
          <a:xfrm>
            <a:off x="2857006" y="976809"/>
            <a:ext cx="627508" cy="921210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1C6875E8-D5EA-0ECF-503F-21C75683A8F2}"/>
              </a:ext>
            </a:extLst>
          </p:cNvPr>
          <p:cNvSpPr txBox="1"/>
          <p:nvPr/>
        </p:nvSpPr>
        <p:spPr>
          <a:xfrm>
            <a:off x="3679670" y="1596660"/>
            <a:ext cx="7256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600" dirty="0"/>
              <a:t>=</a:t>
            </a:r>
            <a:endParaRPr lang="es-419" sz="66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45DAB46-E7B6-5F2D-47DB-4195F8F3E9FE}"/>
              </a:ext>
            </a:extLst>
          </p:cNvPr>
          <p:cNvSpPr txBox="1"/>
          <p:nvPr/>
        </p:nvSpPr>
        <p:spPr>
          <a:xfrm>
            <a:off x="7100402" y="1557257"/>
            <a:ext cx="7256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600" dirty="0"/>
              <a:t>+</a:t>
            </a:r>
            <a:endParaRPr lang="es-419" sz="6600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6784043-6696-FC35-511D-0E5E4A77AED3}"/>
              </a:ext>
            </a:extLst>
          </p:cNvPr>
          <p:cNvSpPr/>
          <p:nvPr/>
        </p:nvSpPr>
        <p:spPr>
          <a:xfrm>
            <a:off x="8054701" y="761960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ECDFF58-1873-FAD1-CDAF-A5D7639E926E}"/>
              </a:ext>
            </a:extLst>
          </p:cNvPr>
          <p:cNvSpPr/>
          <p:nvPr/>
        </p:nvSpPr>
        <p:spPr>
          <a:xfrm>
            <a:off x="8054701" y="3163049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27BB3B4-D640-66F8-DB1E-F5DBD2539538}"/>
              </a:ext>
            </a:extLst>
          </p:cNvPr>
          <p:cNvSpPr/>
          <p:nvPr/>
        </p:nvSpPr>
        <p:spPr>
          <a:xfrm>
            <a:off x="8893792" y="1894753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7753235-C8BA-628F-E41B-8389440849AE}"/>
              </a:ext>
            </a:extLst>
          </p:cNvPr>
          <p:cNvCxnSpPr>
            <a:cxnSpLocks/>
            <a:stCxn id="7" idx="1"/>
            <a:endCxn id="5" idx="3"/>
          </p:cNvCxnSpPr>
          <p:nvPr/>
        </p:nvCxnSpPr>
        <p:spPr>
          <a:xfrm flipV="1">
            <a:off x="8116672" y="1123155"/>
            <a:ext cx="0" cy="2101865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66AEE781-5A8A-8887-16D7-CB43871FE90E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>
            <a:off x="8266284" y="1185126"/>
            <a:ext cx="0" cy="1977923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B5B8B989-19C2-FF3D-FBA0-6237FB40BBCD}"/>
              </a:ext>
            </a:extLst>
          </p:cNvPr>
          <p:cNvCxnSpPr>
            <a:stCxn id="5" idx="6"/>
            <a:endCxn id="9" idx="0"/>
          </p:cNvCxnSpPr>
          <p:nvPr/>
        </p:nvCxnSpPr>
        <p:spPr>
          <a:xfrm>
            <a:off x="8477867" y="973543"/>
            <a:ext cx="627508" cy="921210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439F116-66B7-F590-0B9D-D4B5086E06B5}"/>
              </a:ext>
            </a:extLst>
          </p:cNvPr>
          <p:cNvSpPr txBox="1"/>
          <p:nvPr/>
        </p:nvSpPr>
        <p:spPr>
          <a:xfrm>
            <a:off x="9336959" y="1596660"/>
            <a:ext cx="7256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600" dirty="0"/>
              <a:t>+</a:t>
            </a:r>
            <a:endParaRPr lang="es-419" sz="66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77060B4-292E-739E-55BF-3044277EBC17}"/>
              </a:ext>
            </a:extLst>
          </p:cNvPr>
          <p:cNvSpPr txBox="1"/>
          <p:nvPr/>
        </p:nvSpPr>
        <p:spPr>
          <a:xfrm>
            <a:off x="1867463" y="147476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GNC</a:t>
            </a:r>
            <a:endParaRPr lang="es-419" sz="24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27937B3-5EDE-5099-5D0C-7EB80969D63E}"/>
              </a:ext>
            </a:extLst>
          </p:cNvPr>
          <p:cNvSpPr txBox="1"/>
          <p:nvPr/>
        </p:nvSpPr>
        <p:spPr>
          <a:xfrm>
            <a:off x="4463483" y="147477"/>
            <a:ext cx="2430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Shared Structure</a:t>
            </a:r>
            <a:endParaRPr lang="es-419" sz="24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01E7D44-D85E-1450-416F-B79A3A658A56}"/>
              </a:ext>
            </a:extLst>
          </p:cNvPr>
          <p:cNvSpPr txBox="1"/>
          <p:nvPr/>
        </p:nvSpPr>
        <p:spPr>
          <a:xfrm>
            <a:off x="7246428" y="145264"/>
            <a:ext cx="2011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Gender Effect</a:t>
            </a:r>
            <a:endParaRPr lang="es-419" sz="24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88458EA-26B3-44ED-C4F7-44B20C5051BB}"/>
              </a:ext>
            </a:extLst>
          </p:cNvPr>
          <p:cNvSpPr txBox="1"/>
          <p:nvPr/>
        </p:nvSpPr>
        <p:spPr>
          <a:xfrm>
            <a:off x="9687342" y="0"/>
            <a:ext cx="23807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Socio-</a:t>
            </a:r>
            <a:r>
              <a:rPr lang="es-MX" sz="2400" dirty="0" err="1"/>
              <a:t>Economic</a:t>
            </a:r>
            <a:endParaRPr lang="es-MX" sz="2400" dirty="0"/>
          </a:p>
          <a:p>
            <a:pPr algn="ctr"/>
            <a:r>
              <a:rPr lang="es-MX" sz="2400" dirty="0"/>
              <a:t>Effect</a:t>
            </a:r>
            <a:endParaRPr lang="es-419" sz="2400" dirty="0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78DB113C-B94C-7BE7-F125-C1F3A7B25F00}"/>
              </a:ext>
            </a:extLst>
          </p:cNvPr>
          <p:cNvSpPr/>
          <p:nvPr/>
        </p:nvSpPr>
        <p:spPr>
          <a:xfrm>
            <a:off x="2433840" y="3749934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ACBFA053-681B-82A2-A87A-AEC6CBF40521}"/>
              </a:ext>
            </a:extLst>
          </p:cNvPr>
          <p:cNvSpPr/>
          <p:nvPr/>
        </p:nvSpPr>
        <p:spPr>
          <a:xfrm>
            <a:off x="997160" y="4107918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D75A8BEA-D1F1-F505-8CA6-960A966B690F}"/>
              </a:ext>
            </a:extLst>
          </p:cNvPr>
          <p:cNvSpPr/>
          <p:nvPr/>
        </p:nvSpPr>
        <p:spPr>
          <a:xfrm>
            <a:off x="2433840" y="6151023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34F99767-A1BD-87DF-14D0-60692E260FC3}"/>
              </a:ext>
            </a:extLst>
          </p:cNvPr>
          <p:cNvSpPr/>
          <p:nvPr/>
        </p:nvSpPr>
        <p:spPr>
          <a:xfrm>
            <a:off x="1002275" y="5764016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7EFC980E-B558-6894-C3F0-BF8BB5C2D449}"/>
              </a:ext>
            </a:extLst>
          </p:cNvPr>
          <p:cNvSpPr/>
          <p:nvPr/>
        </p:nvSpPr>
        <p:spPr>
          <a:xfrm>
            <a:off x="3272931" y="4882727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0D25C439-44DC-7AD4-A7EB-96215BD4BA01}"/>
              </a:ext>
            </a:extLst>
          </p:cNvPr>
          <p:cNvCxnSpPr>
            <a:cxnSpLocks/>
            <a:stCxn id="50" idx="1"/>
            <a:endCxn id="46" idx="5"/>
          </p:cNvCxnSpPr>
          <p:nvPr/>
        </p:nvCxnSpPr>
        <p:spPr>
          <a:xfrm flipH="1" flipV="1">
            <a:off x="2795035" y="4111129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0BA1F227-2EE6-8D87-622B-1A4FA98AFD4E}"/>
              </a:ext>
            </a:extLst>
          </p:cNvPr>
          <p:cNvCxnSpPr>
            <a:cxnSpLocks/>
            <a:stCxn id="50" idx="4"/>
            <a:endCxn id="48" idx="7"/>
          </p:cNvCxnSpPr>
          <p:nvPr/>
        </p:nvCxnSpPr>
        <p:spPr>
          <a:xfrm flipH="1">
            <a:off x="2795035" y="5305893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7012F2BD-B940-E315-A689-DABE634310BD}"/>
              </a:ext>
            </a:extLst>
          </p:cNvPr>
          <p:cNvCxnSpPr>
            <a:cxnSpLocks/>
            <a:stCxn id="49" idx="7"/>
            <a:endCxn id="50" idx="3"/>
          </p:cNvCxnSpPr>
          <p:nvPr/>
        </p:nvCxnSpPr>
        <p:spPr>
          <a:xfrm flipV="1">
            <a:off x="1363470" y="5243922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A46BE1E3-4CD9-85A9-4604-950BE3614EA2}"/>
              </a:ext>
            </a:extLst>
          </p:cNvPr>
          <p:cNvCxnSpPr>
            <a:cxnSpLocks/>
            <a:stCxn id="47" idx="5"/>
            <a:endCxn id="50" idx="1"/>
          </p:cNvCxnSpPr>
          <p:nvPr/>
        </p:nvCxnSpPr>
        <p:spPr>
          <a:xfrm>
            <a:off x="1358355" y="4469113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3404EAAB-731E-ED31-841D-CF14D9477575}"/>
              </a:ext>
            </a:extLst>
          </p:cNvPr>
          <p:cNvCxnSpPr>
            <a:cxnSpLocks/>
            <a:stCxn id="49" idx="0"/>
            <a:endCxn id="47" idx="4"/>
          </p:cNvCxnSpPr>
          <p:nvPr/>
        </p:nvCxnSpPr>
        <p:spPr>
          <a:xfrm flipH="1" flipV="1">
            <a:off x="1208743" y="4531084"/>
            <a:ext cx="5115" cy="1232932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E80BCA4A-0A4C-3DA3-6F61-462014885CA9}"/>
              </a:ext>
            </a:extLst>
          </p:cNvPr>
          <p:cNvCxnSpPr>
            <a:cxnSpLocks/>
            <a:stCxn id="49" idx="5"/>
            <a:endCxn id="48" idx="3"/>
          </p:cNvCxnSpPr>
          <p:nvPr/>
        </p:nvCxnSpPr>
        <p:spPr>
          <a:xfrm>
            <a:off x="1363470" y="6125211"/>
            <a:ext cx="1132341" cy="38700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C1ADDECA-7EAC-5BB9-731C-1F7B4B69D6AC}"/>
              </a:ext>
            </a:extLst>
          </p:cNvPr>
          <p:cNvCxnSpPr>
            <a:cxnSpLocks/>
            <a:stCxn id="47" idx="7"/>
            <a:endCxn id="46" idx="1"/>
          </p:cNvCxnSpPr>
          <p:nvPr/>
        </p:nvCxnSpPr>
        <p:spPr>
          <a:xfrm flipV="1">
            <a:off x="1358355" y="3811905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5A34E663-5A9C-E1B4-0434-2B1C2A9143A0}"/>
              </a:ext>
            </a:extLst>
          </p:cNvPr>
          <p:cNvCxnSpPr>
            <a:cxnSpLocks/>
            <a:stCxn id="46" idx="2"/>
            <a:endCxn id="47" idx="6"/>
          </p:cNvCxnSpPr>
          <p:nvPr/>
        </p:nvCxnSpPr>
        <p:spPr>
          <a:xfrm flipH="1">
            <a:off x="1420326" y="3961517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838F7AB0-43BB-8D1F-B39E-54CB99D870EF}"/>
              </a:ext>
            </a:extLst>
          </p:cNvPr>
          <p:cNvCxnSpPr>
            <a:cxnSpLocks/>
            <a:stCxn id="48" idx="1"/>
            <a:endCxn id="47" idx="5"/>
          </p:cNvCxnSpPr>
          <p:nvPr/>
        </p:nvCxnSpPr>
        <p:spPr>
          <a:xfrm flipH="1" flipV="1">
            <a:off x="1358355" y="4469113"/>
            <a:ext cx="1137456" cy="1743881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532EF797-CA23-5861-C807-408D780F644C}"/>
              </a:ext>
            </a:extLst>
          </p:cNvPr>
          <p:cNvSpPr/>
          <p:nvPr/>
        </p:nvSpPr>
        <p:spPr>
          <a:xfrm>
            <a:off x="5782134" y="3748380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8C2DA161-9DC2-4D0D-F084-D5783892BEA2}"/>
              </a:ext>
            </a:extLst>
          </p:cNvPr>
          <p:cNvSpPr/>
          <p:nvPr/>
        </p:nvSpPr>
        <p:spPr>
          <a:xfrm>
            <a:off x="4345454" y="4106364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48" name="Elipse 447">
            <a:extLst>
              <a:ext uri="{FF2B5EF4-FFF2-40B4-BE49-F238E27FC236}">
                <a16:creationId xmlns:a16="http://schemas.microsoft.com/office/drawing/2014/main" id="{972CBC6B-A78F-0F86-0BEE-71F79FE7C2B4}"/>
              </a:ext>
            </a:extLst>
          </p:cNvPr>
          <p:cNvSpPr/>
          <p:nvPr/>
        </p:nvSpPr>
        <p:spPr>
          <a:xfrm>
            <a:off x="5782134" y="6149469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49" name="Elipse 448">
            <a:extLst>
              <a:ext uri="{FF2B5EF4-FFF2-40B4-BE49-F238E27FC236}">
                <a16:creationId xmlns:a16="http://schemas.microsoft.com/office/drawing/2014/main" id="{F2F6C935-F768-82F9-3B2B-E9A4B94CF8DC}"/>
              </a:ext>
            </a:extLst>
          </p:cNvPr>
          <p:cNvSpPr/>
          <p:nvPr/>
        </p:nvSpPr>
        <p:spPr>
          <a:xfrm>
            <a:off x="4350569" y="5762462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50" name="Elipse 449">
            <a:extLst>
              <a:ext uri="{FF2B5EF4-FFF2-40B4-BE49-F238E27FC236}">
                <a16:creationId xmlns:a16="http://schemas.microsoft.com/office/drawing/2014/main" id="{88579305-6D60-EC8E-3E84-31DFE88630C8}"/>
              </a:ext>
            </a:extLst>
          </p:cNvPr>
          <p:cNvSpPr/>
          <p:nvPr/>
        </p:nvSpPr>
        <p:spPr>
          <a:xfrm>
            <a:off x="6621225" y="4881173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451" name="Conector recto de flecha 450">
            <a:extLst>
              <a:ext uri="{FF2B5EF4-FFF2-40B4-BE49-F238E27FC236}">
                <a16:creationId xmlns:a16="http://schemas.microsoft.com/office/drawing/2014/main" id="{C3367C18-D422-AE40-B02F-29EFD6BFE9F0}"/>
              </a:ext>
            </a:extLst>
          </p:cNvPr>
          <p:cNvCxnSpPr>
            <a:cxnSpLocks/>
            <a:stCxn id="450" idx="1"/>
            <a:endCxn id="62" idx="5"/>
          </p:cNvCxnSpPr>
          <p:nvPr/>
        </p:nvCxnSpPr>
        <p:spPr>
          <a:xfrm flipH="1" flipV="1">
            <a:off x="6143329" y="4109575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ector recto de flecha 451">
            <a:extLst>
              <a:ext uri="{FF2B5EF4-FFF2-40B4-BE49-F238E27FC236}">
                <a16:creationId xmlns:a16="http://schemas.microsoft.com/office/drawing/2014/main" id="{BE056316-AC6C-A578-81FA-4A5E5F933D55}"/>
              </a:ext>
            </a:extLst>
          </p:cNvPr>
          <p:cNvCxnSpPr>
            <a:cxnSpLocks/>
            <a:stCxn id="450" idx="4"/>
            <a:endCxn id="448" idx="7"/>
          </p:cNvCxnSpPr>
          <p:nvPr/>
        </p:nvCxnSpPr>
        <p:spPr>
          <a:xfrm flipH="1">
            <a:off x="6143329" y="5304339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ector recto de flecha 452">
            <a:extLst>
              <a:ext uri="{FF2B5EF4-FFF2-40B4-BE49-F238E27FC236}">
                <a16:creationId xmlns:a16="http://schemas.microsoft.com/office/drawing/2014/main" id="{3599BFA8-CC5B-585D-4C5A-8EDB9E117DE4}"/>
              </a:ext>
            </a:extLst>
          </p:cNvPr>
          <p:cNvCxnSpPr>
            <a:cxnSpLocks/>
            <a:stCxn id="449" idx="7"/>
            <a:endCxn id="450" idx="3"/>
          </p:cNvCxnSpPr>
          <p:nvPr/>
        </p:nvCxnSpPr>
        <p:spPr>
          <a:xfrm flipV="1">
            <a:off x="4711764" y="5242368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ector recto de flecha 453">
            <a:extLst>
              <a:ext uri="{FF2B5EF4-FFF2-40B4-BE49-F238E27FC236}">
                <a16:creationId xmlns:a16="http://schemas.microsoft.com/office/drawing/2014/main" id="{54141496-412C-D8B9-C3AD-2FD7A11ECAB3}"/>
              </a:ext>
            </a:extLst>
          </p:cNvPr>
          <p:cNvCxnSpPr>
            <a:cxnSpLocks/>
            <a:stCxn id="63" idx="5"/>
            <a:endCxn id="450" idx="1"/>
          </p:cNvCxnSpPr>
          <p:nvPr/>
        </p:nvCxnSpPr>
        <p:spPr>
          <a:xfrm>
            <a:off x="4706649" y="4467559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ector recto de flecha 454">
            <a:extLst>
              <a:ext uri="{FF2B5EF4-FFF2-40B4-BE49-F238E27FC236}">
                <a16:creationId xmlns:a16="http://schemas.microsoft.com/office/drawing/2014/main" id="{C0622B20-3402-6645-F4B3-A786270A4EFC}"/>
              </a:ext>
            </a:extLst>
          </p:cNvPr>
          <p:cNvCxnSpPr>
            <a:stCxn id="62" idx="1"/>
            <a:endCxn id="63" idx="7"/>
          </p:cNvCxnSpPr>
          <p:nvPr/>
        </p:nvCxnSpPr>
        <p:spPr>
          <a:xfrm flipH="1">
            <a:off x="4706649" y="3810351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ector recto de flecha 455">
            <a:extLst>
              <a:ext uri="{FF2B5EF4-FFF2-40B4-BE49-F238E27FC236}">
                <a16:creationId xmlns:a16="http://schemas.microsoft.com/office/drawing/2014/main" id="{803641B8-9DA9-AB8E-DD95-B41365295F24}"/>
              </a:ext>
            </a:extLst>
          </p:cNvPr>
          <p:cNvCxnSpPr>
            <a:stCxn id="63" idx="6"/>
            <a:endCxn id="62" idx="2"/>
          </p:cNvCxnSpPr>
          <p:nvPr/>
        </p:nvCxnSpPr>
        <p:spPr>
          <a:xfrm flipV="1">
            <a:off x="4768620" y="3959963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7" name="Elipse 456">
            <a:extLst>
              <a:ext uri="{FF2B5EF4-FFF2-40B4-BE49-F238E27FC236}">
                <a16:creationId xmlns:a16="http://schemas.microsoft.com/office/drawing/2014/main" id="{DD3A8DFB-1580-86DE-AD2E-A21BB206D27B}"/>
              </a:ext>
            </a:extLst>
          </p:cNvPr>
          <p:cNvSpPr/>
          <p:nvPr/>
        </p:nvSpPr>
        <p:spPr>
          <a:xfrm>
            <a:off x="10074865" y="4100355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58" name="Elipse 457">
            <a:extLst>
              <a:ext uri="{FF2B5EF4-FFF2-40B4-BE49-F238E27FC236}">
                <a16:creationId xmlns:a16="http://schemas.microsoft.com/office/drawing/2014/main" id="{81038C68-2657-E83B-EF97-811F6A3489A5}"/>
              </a:ext>
            </a:extLst>
          </p:cNvPr>
          <p:cNvSpPr/>
          <p:nvPr/>
        </p:nvSpPr>
        <p:spPr>
          <a:xfrm>
            <a:off x="11511545" y="6143460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59" name="Elipse 458">
            <a:extLst>
              <a:ext uri="{FF2B5EF4-FFF2-40B4-BE49-F238E27FC236}">
                <a16:creationId xmlns:a16="http://schemas.microsoft.com/office/drawing/2014/main" id="{887EA510-8376-3F12-90E5-6410F9DE1E6B}"/>
              </a:ext>
            </a:extLst>
          </p:cNvPr>
          <p:cNvSpPr/>
          <p:nvPr/>
        </p:nvSpPr>
        <p:spPr>
          <a:xfrm>
            <a:off x="10079980" y="5756453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460" name="Conector recto de flecha 459">
            <a:extLst>
              <a:ext uri="{FF2B5EF4-FFF2-40B4-BE49-F238E27FC236}">
                <a16:creationId xmlns:a16="http://schemas.microsoft.com/office/drawing/2014/main" id="{336DB438-D964-D2C8-FCBB-F35201CC76DA}"/>
              </a:ext>
            </a:extLst>
          </p:cNvPr>
          <p:cNvCxnSpPr>
            <a:cxnSpLocks/>
            <a:stCxn id="459" idx="0"/>
            <a:endCxn id="457" idx="4"/>
          </p:cNvCxnSpPr>
          <p:nvPr/>
        </p:nvCxnSpPr>
        <p:spPr>
          <a:xfrm flipH="1" flipV="1">
            <a:off x="10286448" y="4523521"/>
            <a:ext cx="5115" cy="1232932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ector recto de flecha 460">
            <a:extLst>
              <a:ext uri="{FF2B5EF4-FFF2-40B4-BE49-F238E27FC236}">
                <a16:creationId xmlns:a16="http://schemas.microsoft.com/office/drawing/2014/main" id="{CA517751-9C7A-E9FE-6956-A67E63536B6B}"/>
              </a:ext>
            </a:extLst>
          </p:cNvPr>
          <p:cNvCxnSpPr>
            <a:cxnSpLocks/>
          </p:cNvCxnSpPr>
          <p:nvPr/>
        </p:nvCxnSpPr>
        <p:spPr>
          <a:xfrm>
            <a:off x="10421904" y="6068243"/>
            <a:ext cx="1269061" cy="457474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ector recto de flecha 461">
            <a:extLst>
              <a:ext uri="{FF2B5EF4-FFF2-40B4-BE49-F238E27FC236}">
                <a16:creationId xmlns:a16="http://schemas.microsoft.com/office/drawing/2014/main" id="{8057F293-DD89-B0B5-8E99-9947646ED0A5}"/>
              </a:ext>
            </a:extLst>
          </p:cNvPr>
          <p:cNvCxnSpPr>
            <a:stCxn id="458" idx="1"/>
            <a:endCxn id="457" idx="5"/>
          </p:cNvCxnSpPr>
          <p:nvPr/>
        </p:nvCxnSpPr>
        <p:spPr>
          <a:xfrm flipH="1" flipV="1">
            <a:off x="10436060" y="4461550"/>
            <a:ext cx="1137456" cy="1743881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ector recto de flecha 462">
            <a:extLst>
              <a:ext uri="{FF2B5EF4-FFF2-40B4-BE49-F238E27FC236}">
                <a16:creationId xmlns:a16="http://schemas.microsoft.com/office/drawing/2014/main" id="{7721D639-2225-EE10-12E5-E42CE3CB4C3B}"/>
              </a:ext>
            </a:extLst>
          </p:cNvPr>
          <p:cNvCxnSpPr>
            <a:cxnSpLocks/>
            <a:stCxn id="48" idx="1"/>
          </p:cNvCxnSpPr>
          <p:nvPr/>
        </p:nvCxnSpPr>
        <p:spPr>
          <a:xfrm flipH="1" flipV="1">
            <a:off x="1360259" y="5818424"/>
            <a:ext cx="1135552" cy="39457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ector recto de flecha 463">
            <a:extLst>
              <a:ext uri="{FF2B5EF4-FFF2-40B4-BE49-F238E27FC236}">
                <a16:creationId xmlns:a16="http://schemas.microsoft.com/office/drawing/2014/main" id="{C3FA5C84-1005-AAC9-E790-0CAB401A684B}"/>
              </a:ext>
            </a:extLst>
          </p:cNvPr>
          <p:cNvCxnSpPr>
            <a:stCxn id="458" idx="1"/>
            <a:endCxn id="459" idx="7"/>
          </p:cNvCxnSpPr>
          <p:nvPr/>
        </p:nvCxnSpPr>
        <p:spPr>
          <a:xfrm flipH="1" flipV="1">
            <a:off x="10441175" y="5818424"/>
            <a:ext cx="1132341" cy="38700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6" name="CuadroTexto 465">
            <a:extLst>
              <a:ext uri="{FF2B5EF4-FFF2-40B4-BE49-F238E27FC236}">
                <a16:creationId xmlns:a16="http://schemas.microsoft.com/office/drawing/2014/main" id="{1DAFCFB6-3F6C-5CFD-2205-F997BEBCCC72}"/>
              </a:ext>
            </a:extLst>
          </p:cNvPr>
          <p:cNvSpPr txBox="1"/>
          <p:nvPr/>
        </p:nvSpPr>
        <p:spPr>
          <a:xfrm>
            <a:off x="3679670" y="4581368"/>
            <a:ext cx="7256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600" dirty="0"/>
              <a:t>=</a:t>
            </a:r>
            <a:endParaRPr lang="es-419" sz="6600" dirty="0"/>
          </a:p>
        </p:txBody>
      </p:sp>
      <p:sp>
        <p:nvSpPr>
          <p:cNvPr id="467" name="CuadroTexto 466">
            <a:extLst>
              <a:ext uri="{FF2B5EF4-FFF2-40B4-BE49-F238E27FC236}">
                <a16:creationId xmlns:a16="http://schemas.microsoft.com/office/drawing/2014/main" id="{B8C6A244-A795-A1AC-6E65-39B63BA8427B}"/>
              </a:ext>
            </a:extLst>
          </p:cNvPr>
          <p:cNvSpPr txBox="1"/>
          <p:nvPr/>
        </p:nvSpPr>
        <p:spPr>
          <a:xfrm>
            <a:off x="7100402" y="4541965"/>
            <a:ext cx="7256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600" dirty="0"/>
              <a:t>+</a:t>
            </a:r>
            <a:endParaRPr lang="es-419" sz="6600" dirty="0"/>
          </a:p>
        </p:txBody>
      </p:sp>
      <p:sp>
        <p:nvSpPr>
          <p:cNvPr id="547" name="CuadroTexto 546">
            <a:extLst>
              <a:ext uri="{FF2B5EF4-FFF2-40B4-BE49-F238E27FC236}">
                <a16:creationId xmlns:a16="http://schemas.microsoft.com/office/drawing/2014/main" id="{3374C8E7-E2B5-3020-AA8D-0E4791E6E206}"/>
              </a:ext>
            </a:extLst>
          </p:cNvPr>
          <p:cNvSpPr txBox="1"/>
          <p:nvPr/>
        </p:nvSpPr>
        <p:spPr>
          <a:xfrm>
            <a:off x="9336959" y="4581368"/>
            <a:ext cx="7256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600" dirty="0"/>
              <a:t>+</a:t>
            </a:r>
            <a:endParaRPr lang="es-419" sz="6600" dirty="0"/>
          </a:p>
        </p:txBody>
      </p:sp>
      <p:sp>
        <p:nvSpPr>
          <p:cNvPr id="549" name="CuadroTexto 548">
            <a:extLst>
              <a:ext uri="{FF2B5EF4-FFF2-40B4-BE49-F238E27FC236}">
                <a16:creationId xmlns:a16="http://schemas.microsoft.com/office/drawing/2014/main" id="{37C06A1A-B827-C253-C4F9-2406D2BAB7AF}"/>
              </a:ext>
            </a:extLst>
          </p:cNvPr>
          <p:cNvSpPr txBox="1"/>
          <p:nvPr/>
        </p:nvSpPr>
        <p:spPr>
          <a:xfrm>
            <a:off x="182947" y="1795995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S1</a:t>
            </a:r>
            <a:endParaRPr lang="es-419" sz="2400" dirty="0"/>
          </a:p>
        </p:txBody>
      </p:sp>
      <p:sp>
        <p:nvSpPr>
          <p:cNvPr id="551" name="CuadroTexto 550">
            <a:extLst>
              <a:ext uri="{FF2B5EF4-FFF2-40B4-BE49-F238E27FC236}">
                <a16:creationId xmlns:a16="http://schemas.microsoft.com/office/drawing/2014/main" id="{95919180-589B-487D-3A76-836D03DB2D8F}"/>
              </a:ext>
            </a:extLst>
          </p:cNvPr>
          <p:cNvSpPr txBox="1"/>
          <p:nvPr/>
        </p:nvSpPr>
        <p:spPr>
          <a:xfrm>
            <a:off x="180534" y="5041701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S2</a:t>
            </a:r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2603164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Elipse 354">
            <a:extLst>
              <a:ext uri="{FF2B5EF4-FFF2-40B4-BE49-F238E27FC236}">
                <a16:creationId xmlns:a16="http://schemas.microsoft.com/office/drawing/2014/main" id="{84C16432-AF1F-840F-70A2-98989B27288B}"/>
              </a:ext>
            </a:extLst>
          </p:cNvPr>
          <p:cNvSpPr/>
          <p:nvPr/>
        </p:nvSpPr>
        <p:spPr>
          <a:xfrm>
            <a:off x="4477267" y="468230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6" name="Elipse 355">
            <a:extLst>
              <a:ext uri="{FF2B5EF4-FFF2-40B4-BE49-F238E27FC236}">
                <a16:creationId xmlns:a16="http://schemas.microsoft.com/office/drawing/2014/main" id="{C6ECC0BC-E03C-8B43-1E86-888A1B3D7C0C}"/>
              </a:ext>
            </a:extLst>
          </p:cNvPr>
          <p:cNvSpPr/>
          <p:nvPr/>
        </p:nvSpPr>
        <p:spPr>
          <a:xfrm>
            <a:off x="3040587" y="826214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7" name="Elipse 356">
            <a:extLst>
              <a:ext uri="{FF2B5EF4-FFF2-40B4-BE49-F238E27FC236}">
                <a16:creationId xmlns:a16="http://schemas.microsoft.com/office/drawing/2014/main" id="{647EBC9F-D4F8-07DA-BD56-33818178BD2E}"/>
              </a:ext>
            </a:extLst>
          </p:cNvPr>
          <p:cNvSpPr/>
          <p:nvPr/>
        </p:nvSpPr>
        <p:spPr>
          <a:xfrm>
            <a:off x="4477267" y="2869319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8" name="Elipse 357">
            <a:extLst>
              <a:ext uri="{FF2B5EF4-FFF2-40B4-BE49-F238E27FC236}">
                <a16:creationId xmlns:a16="http://schemas.microsoft.com/office/drawing/2014/main" id="{7F58AA84-91D4-DBC6-9208-428BB71F0948}"/>
              </a:ext>
            </a:extLst>
          </p:cNvPr>
          <p:cNvSpPr/>
          <p:nvPr/>
        </p:nvSpPr>
        <p:spPr>
          <a:xfrm>
            <a:off x="3045702" y="2482312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9" name="Elipse 358">
            <a:extLst>
              <a:ext uri="{FF2B5EF4-FFF2-40B4-BE49-F238E27FC236}">
                <a16:creationId xmlns:a16="http://schemas.microsoft.com/office/drawing/2014/main" id="{4C3D7AA2-6309-DAC6-FC9F-D0D51B856006}"/>
              </a:ext>
            </a:extLst>
          </p:cNvPr>
          <p:cNvSpPr/>
          <p:nvPr/>
        </p:nvSpPr>
        <p:spPr>
          <a:xfrm>
            <a:off x="5316358" y="1601023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60" name="Conector recto de flecha 359">
            <a:extLst>
              <a:ext uri="{FF2B5EF4-FFF2-40B4-BE49-F238E27FC236}">
                <a16:creationId xmlns:a16="http://schemas.microsoft.com/office/drawing/2014/main" id="{FC971787-2994-50C7-2E11-E149824E008C}"/>
              </a:ext>
            </a:extLst>
          </p:cNvPr>
          <p:cNvCxnSpPr>
            <a:cxnSpLocks/>
            <a:stCxn id="357" idx="1"/>
            <a:endCxn id="355" idx="3"/>
          </p:cNvCxnSpPr>
          <p:nvPr/>
        </p:nvCxnSpPr>
        <p:spPr>
          <a:xfrm flipV="1">
            <a:off x="4539238" y="829425"/>
            <a:ext cx="0" cy="2101865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ector recto de flecha 360">
            <a:extLst>
              <a:ext uri="{FF2B5EF4-FFF2-40B4-BE49-F238E27FC236}">
                <a16:creationId xmlns:a16="http://schemas.microsoft.com/office/drawing/2014/main" id="{A5D57C79-A85A-8351-CFE7-76EE17EB12B4}"/>
              </a:ext>
            </a:extLst>
          </p:cNvPr>
          <p:cNvCxnSpPr>
            <a:cxnSpLocks/>
            <a:stCxn id="359" idx="1"/>
            <a:endCxn id="355" idx="5"/>
          </p:cNvCxnSpPr>
          <p:nvPr/>
        </p:nvCxnSpPr>
        <p:spPr>
          <a:xfrm flipH="1" flipV="1">
            <a:off x="4838462" y="829425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ector recto de flecha 361">
            <a:extLst>
              <a:ext uri="{FF2B5EF4-FFF2-40B4-BE49-F238E27FC236}">
                <a16:creationId xmlns:a16="http://schemas.microsoft.com/office/drawing/2014/main" id="{B1CF73ED-556C-7595-F945-9E83CC6AD05F}"/>
              </a:ext>
            </a:extLst>
          </p:cNvPr>
          <p:cNvCxnSpPr>
            <a:cxnSpLocks/>
            <a:stCxn id="359" idx="4"/>
            <a:endCxn id="357" idx="7"/>
          </p:cNvCxnSpPr>
          <p:nvPr/>
        </p:nvCxnSpPr>
        <p:spPr>
          <a:xfrm flipH="1">
            <a:off x="4838462" y="2024189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ector recto de flecha 362">
            <a:extLst>
              <a:ext uri="{FF2B5EF4-FFF2-40B4-BE49-F238E27FC236}">
                <a16:creationId xmlns:a16="http://schemas.microsoft.com/office/drawing/2014/main" id="{23702CEC-F04D-F702-254B-AFBCEBD8F1F5}"/>
              </a:ext>
            </a:extLst>
          </p:cNvPr>
          <p:cNvCxnSpPr>
            <a:cxnSpLocks/>
            <a:stCxn id="358" idx="7"/>
            <a:endCxn id="359" idx="3"/>
          </p:cNvCxnSpPr>
          <p:nvPr/>
        </p:nvCxnSpPr>
        <p:spPr>
          <a:xfrm flipV="1">
            <a:off x="3406897" y="1962218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ector recto de flecha 363">
            <a:extLst>
              <a:ext uri="{FF2B5EF4-FFF2-40B4-BE49-F238E27FC236}">
                <a16:creationId xmlns:a16="http://schemas.microsoft.com/office/drawing/2014/main" id="{C06F1F62-C67E-F7E6-F274-9EC4DB30544E}"/>
              </a:ext>
            </a:extLst>
          </p:cNvPr>
          <p:cNvCxnSpPr>
            <a:cxnSpLocks/>
            <a:stCxn id="356" idx="5"/>
            <a:endCxn id="359" idx="1"/>
          </p:cNvCxnSpPr>
          <p:nvPr/>
        </p:nvCxnSpPr>
        <p:spPr>
          <a:xfrm>
            <a:off x="3401782" y="1187409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ector recto de flecha 364">
            <a:extLst>
              <a:ext uri="{FF2B5EF4-FFF2-40B4-BE49-F238E27FC236}">
                <a16:creationId xmlns:a16="http://schemas.microsoft.com/office/drawing/2014/main" id="{E00EE160-AD49-173B-1B0B-68638DB98ACD}"/>
              </a:ext>
            </a:extLst>
          </p:cNvPr>
          <p:cNvCxnSpPr>
            <a:cxnSpLocks/>
            <a:stCxn id="358" idx="0"/>
            <a:endCxn id="356" idx="4"/>
          </p:cNvCxnSpPr>
          <p:nvPr/>
        </p:nvCxnSpPr>
        <p:spPr>
          <a:xfrm flipH="1" flipV="1">
            <a:off x="3252170" y="1249380"/>
            <a:ext cx="5115" cy="1232932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ector recto de flecha 365">
            <a:extLst>
              <a:ext uri="{FF2B5EF4-FFF2-40B4-BE49-F238E27FC236}">
                <a16:creationId xmlns:a16="http://schemas.microsoft.com/office/drawing/2014/main" id="{9494B529-071C-3876-F547-A89ABC68B480}"/>
              </a:ext>
            </a:extLst>
          </p:cNvPr>
          <p:cNvCxnSpPr>
            <a:cxnSpLocks/>
            <a:stCxn id="358" idx="5"/>
            <a:endCxn id="357" idx="3"/>
          </p:cNvCxnSpPr>
          <p:nvPr/>
        </p:nvCxnSpPr>
        <p:spPr>
          <a:xfrm>
            <a:off x="3406897" y="2843507"/>
            <a:ext cx="1132341" cy="38700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ector recto de flecha 376">
            <a:extLst>
              <a:ext uri="{FF2B5EF4-FFF2-40B4-BE49-F238E27FC236}">
                <a16:creationId xmlns:a16="http://schemas.microsoft.com/office/drawing/2014/main" id="{91A51AED-F77D-1A58-AD45-5920ACD7A978}"/>
              </a:ext>
            </a:extLst>
          </p:cNvPr>
          <p:cNvCxnSpPr>
            <a:cxnSpLocks/>
            <a:stCxn id="356" idx="7"/>
            <a:endCxn id="355" idx="1"/>
          </p:cNvCxnSpPr>
          <p:nvPr/>
        </p:nvCxnSpPr>
        <p:spPr>
          <a:xfrm flipV="1">
            <a:off x="3401782" y="530201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ector recto de flecha 379">
            <a:extLst>
              <a:ext uri="{FF2B5EF4-FFF2-40B4-BE49-F238E27FC236}">
                <a16:creationId xmlns:a16="http://schemas.microsoft.com/office/drawing/2014/main" id="{AAED2D13-E9C5-E149-3A18-6D17BB293ACB}"/>
              </a:ext>
            </a:extLst>
          </p:cNvPr>
          <p:cNvCxnSpPr>
            <a:cxnSpLocks/>
            <a:stCxn id="355" idx="2"/>
            <a:endCxn id="356" idx="6"/>
          </p:cNvCxnSpPr>
          <p:nvPr/>
        </p:nvCxnSpPr>
        <p:spPr>
          <a:xfrm flipH="1">
            <a:off x="3463753" y="679813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ector recto de flecha 380">
            <a:extLst>
              <a:ext uri="{FF2B5EF4-FFF2-40B4-BE49-F238E27FC236}">
                <a16:creationId xmlns:a16="http://schemas.microsoft.com/office/drawing/2014/main" id="{AEBA1BE1-577A-81F4-0B6E-F18BCEE2202F}"/>
              </a:ext>
            </a:extLst>
          </p:cNvPr>
          <p:cNvCxnSpPr>
            <a:cxnSpLocks/>
            <a:stCxn id="357" idx="1"/>
            <a:endCxn id="356" idx="5"/>
          </p:cNvCxnSpPr>
          <p:nvPr/>
        </p:nvCxnSpPr>
        <p:spPr>
          <a:xfrm flipH="1" flipV="1">
            <a:off x="3401782" y="1187409"/>
            <a:ext cx="1137456" cy="1743881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ector recto de flecha 381">
            <a:extLst>
              <a:ext uri="{FF2B5EF4-FFF2-40B4-BE49-F238E27FC236}">
                <a16:creationId xmlns:a16="http://schemas.microsoft.com/office/drawing/2014/main" id="{F6AD7D78-027A-8240-9BEE-1B40B44590ED}"/>
              </a:ext>
            </a:extLst>
          </p:cNvPr>
          <p:cNvCxnSpPr>
            <a:cxnSpLocks/>
            <a:stCxn id="355" idx="4"/>
            <a:endCxn id="357" idx="0"/>
          </p:cNvCxnSpPr>
          <p:nvPr/>
        </p:nvCxnSpPr>
        <p:spPr>
          <a:xfrm>
            <a:off x="4688850" y="891396"/>
            <a:ext cx="0" cy="1977923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4" name="Elipse 383">
            <a:extLst>
              <a:ext uri="{FF2B5EF4-FFF2-40B4-BE49-F238E27FC236}">
                <a16:creationId xmlns:a16="http://schemas.microsoft.com/office/drawing/2014/main" id="{26331C41-F031-6525-E97E-4F29B842F13C}"/>
              </a:ext>
            </a:extLst>
          </p:cNvPr>
          <p:cNvSpPr/>
          <p:nvPr/>
        </p:nvSpPr>
        <p:spPr>
          <a:xfrm>
            <a:off x="7273583" y="461976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5" name="Elipse 384">
            <a:extLst>
              <a:ext uri="{FF2B5EF4-FFF2-40B4-BE49-F238E27FC236}">
                <a16:creationId xmlns:a16="http://schemas.microsoft.com/office/drawing/2014/main" id="{4A37A7AA-8969-F90D-3847-41F6E7BD012A}"/>
              </a:ext>
            </a:extLst>
          </p:cNvPr>
          <p:cNvSpPr/>
          <p:nvPr/>
        </p:nvSpPr>
        <p:spPr>
          <a:xfrm>
            <a:off x="5836903" y="819960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6" name="Elipse 385">
            <a:extLst>
              <a:ext uri="{FF2B5EF4-FFF2-40B4-BE49-F238E27FC236}">
                <a16:creationId xmlns:a16="http://schemas.microsoft.com/office/drawing/2014/main" id="{3C6B6EE7-558D-077F-34BF-E6C1013A35A5}"/>
              </a:ext>
            </a:extLst>
          </p:cNvPr>
          <p:cNvSpPr/>
          <p:nvPr/>
        </p:nvSpPr>
        <p:spPr>
          <a:xfrm>
            <a:off x="7273583" y="2863065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7" name="Elipse 386">
            <a:extLst>
              <a:ext uri="{FF2B5EF4-FFF2-40B4-BE49-F238E27FC236}">
                <a16:creationId xmlns:a16="http://schemas.microsoft.com/office/drawing/2014/main" id="{D879DDB6-00B7-1CC0-A123-B4ADBE755EB7}"/>
              </a:ext>
            </a:extLst>
          </p:cNvPr>
          <p:cNvSpPr/>
          <p:nvPr/>
        </p:nvSpPr>
        <p:spPr>
          <a:xfrm>
            <a:off x="5842018" y="2476058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8" name="Elipse 387">
            <a:extLst>
              <a:ext uri="{FF2B5EF4-FFF2-40B4-BE49-F238E27FC236}">
                <a16:creationId xmlns:a16="http://schemas.microsoft.com/office/drawing/2014/main" id="{9B84F114-8B9D-BBB4-0837-20DF5A1E138D}"/>
              </a:ext>
            </a:extLst>
          </p:cNvPr>
          <p:cNvSpPr/>
          <p:nvPr/>
        </p:nvSpPr>
        <p:spPr>
          <a:xfrm>
            <a:off x="8112674" y="1594769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89" name="Conector recto de flecha 388">
            <a:extLst>
              <a:ext uri="{FF2B5EF4-FFF2-40B4-BE49-F238E27FC236}">
                <a16:creationId xmlns:a16="http://schemas.microsoft.com/office/drawing/2014/main" id="{D28F5017-C374-C3B7-FEBB-CD81A10B2AB3}"/>
              </a:ext>
            </a:extLst>
          </p:cNvPr>
          <p:cNvCxnSpPr>
            <a:cxnSpLocks/>
            <a:stCxn id="388" idx="1"/>
            <a:endCxn id="384" idx="5"/>
          </p:cNvCxnSpPr>
          <p:nvPr/>
        </p:nvCxnSpPr>
        <p:spPr>
          <a:xfrm flipH="1" flipV="1">
            <a:off x="7634778" y="823171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ector recto de flecha 389">
            <a:extLst>
              <a:ext uri="{FF2B5EF4-FFF2-40B4-BE49-F238E27FC236}">
                <a16:creationId xmlns:a16="http://schemas.microsoft.com/office/drawing/2014/main" id="{E3B1E5EF-D7F0-506B-7D31-8E1861FE8AD6}"/>
              </a:ext>
            </a:extLst>
          </p:cNvPr>
          <p:cNvCxnSpPr>
            <a:cxnSpLocks/>
            <a:stCxn id="388" idx="4"/>
            <a:endCxn id="386" idx="7"/>
          </p:cNvCxnSpPr>
          <p:nvPr/>
        </p:nvCxnSpPr>
        <p:spPr>
          <a:xfrm flipH="1">
            <a:off x="7634778" y="2017935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ector recto de flecha 390">
            <a:extLst>
              <a:ext uri="{FF2B5EF4-FFF2-40B4-BE49-F238E27FC236}">
                <a16:creationId xmlns:a16="http://schemas.microsoft.com/office/drawing/2014/main" id="{F4E486BB-92C3-F496-44F9-A1247C43D706}"/>
              </a:ext>
            </a:extLst>
          </p:cNvPr>
          <p:cNvCxnSpPr>
            <a:cxnSpLocks/>
            <a:stCxn id="387" idx="7"/>
            <a:endCxn id="388" idx="3"/>
          </p:cNvCxnSpPr>
          <p:nvPr/>
        </p:nvCxnSpPr>
        <p:spPr>
          <a:xfrm flipV="1">
            <a:off x="6203213" y="1955964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ector recto de flecha 391">
            <a:extLst>
              <a:ext uri="{FF2B5EF4-FFF2-40B4-BE49-F238E27FC236}">
                <a16:creationId xmlns:a16="http://schemas.microsoft.com/office/drawing/2014/main" id="{9C735FFD-E32C-FC29-0975-53D3D63676D6}"/>
              </a:ext>
            </a:extLst>
          </p:cNvPr>
          <p:cNvCxnSpPr>
            <a:cxnSpLocks/>
            <a:stCxn id="385" idx="5"/>
            <a:endCxn id="388" idx="1"/>
          </p:cNvCxnSpPr>
          <p:nvPr/>
        </p:nvCxnSpPr>
        <p:spPr>
          <a:xfrm>
            <a:off x="6198098" y="1181155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ector recto de flecha 392">
            <a:extLst>
              <a:ext uri="{FF2B5EF4-FFF2-40B4-BE49-F238E27FC236}">
                <a16:creationId xmlns:a16="http://schemas.microsoft.com/office/drawing/2014/main" id="{E1228F41-CB3D-6BE2-1D2F-2D78B82F3FB1}"/>
              </a:ext>
            </a:extLst>
          </p:cNvPr>
          <p:cNvCxnSpPr>
            <a:stCxn id="384" idx="1"/>
            <a:endCxn id="385" idx="7"/>
          </p:cNvCxnSpPr>
          <p:nvPr/>
        </p:nvCxnSpPr>
        <p:spPr>
          <a:xfrm flipH="1">
            <a:off x="6198098" y="523947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ector recto de flecha 393">
            <a:extLst>
              <a:ext uri="{FF2B5EF4-FFF2-40B4-BE49-F238E27FC236}">
                <a16:creationId xmlns:a16="http://schemas.microsoft.com/office/drawing/2014/main" id="{1FD55B7A-CDB0-40E9-EA7E-8DC2C2FCD576}"/>
              </a:ext>
            </a:extLst>
          </p:cNvPr>
          <p:cNvCxnSpPr>
            <a:stCxn id="385" idx="6"/>
            <a:endCxn id="384" idx="2"/>
          </p:cNvCxnSpPr>
          <p:nvPr/>
        </p:nvCxnSpPr>
        <p:spPr>
          <a:xfrm flipV="1">
            <a:off x="6260069" y="673559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5" name="Elipse 394">
            <a:extLst>
              <a:ext uri="{FF2B5EF4-FFF2-40B4-BE49-F238E27FC236}">
                <a16:creationId xmlns:a16="http://schemas.microsoft.com/office/drawing/2014/main" id="{C841D44F-0628-8634-1753-F84496640174}"/>
              </a:ext>
            </a:extLst>
          </p:cNvPr>
          <p:cNvSpPr/>
          <p:nvPr/>
        </p:nvSpPr>
        <p:spPr>
          <a:xfrm>
            <a:off x="10867430" y="460241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96" name="Elipse 395">
            <a:extLst>
              <a:ext uri="{FF2B5EF4-FFF2-40B4-BE49-F238E27FC236}">
                <a16:creationId xmlns:a16="http://schemas.microsoft.com/office/drawing/2014/main" id="{50DB22BE-5F26-360A-8518-C03EFECCEA7E}"/>
              </a:ext>
            </a:extLst>
          </p:cNvPr>
          <p:cNvSpPr/>
          <p:nvPr/>
        </p:nvSpPr>
        <p:spPr>
          <a:xfrm>
            <a:off x="9430750" y="818225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97" name="Elipse 396">
            <a:extLst>
              <a:ext uri="{FF2B5EF4-FFF2-40B4-BE49-F238E27FC236}">
                <a16:creationId xmlns:a16="http://schemas.microsoft.com/office/drawing/2014/main" id="{8C6836A6-0D7B-F7B1-05B0-BA187B7C22C1}"/>
              </a:ext>
            </a:extLst>
          </p:cNvPr>
          <p:cNvSpPr/>
          <p:nvPr/>
        </p:nvSpPr>
        <p:spPr>
          <a:xfrm>
            <a:off x="10867430" y="2861330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98" name="Elipse 397">
            <a:extLst>
              <a:ext uri="{FF2B5EF4-FFF2-40B4-BE49-F238E27FC236}">
                <a16:creationId xmlns:a16="http://schemas.microsoft.com/office/drawing/2014/main" id="{D9EEB6C0-CE32-C3C5-D3D6-76E22B448896}"/>
              </a:ext>
            </a:extLst>
          </p:cNvPr>
          <p:cNvSpPr/>
          <p:nvPr/>
        </p:nvSpPr>
        <p:spPr>
          <a:xfrm>
            <a:off x="9435865" y="2474323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99" name="Elipse 398">
            <a:extLst>
              <a:ext uri="{FF2B5EF4-FFF2-40B4-BE49-F238E27FC236}">
                <a16:creationId xmlns:a16="http://schemas.microsoft.com/office/drawing/2014/main" id="{AEA4393C-7BBF-A841-269A-6F22915E0C4A}"/>
              </a:ext>
            </a:extLst>
          </p:cNvPr>
          <p:cNvSpPr/>
          <p:nvPr/>
        </p:nvSpPr>
        <p:spPr>
          <a:xfrm>
            <a:off x="11706521" y="1593034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400" name="Conector recto de flecha 399">
            <a:extLst>
              <a:ext uri="{FF2B5EF4-FFF2-40B4-BE49-F238E27FC236}">
                <a16:creationId xmlns:a16="http://schemas.microsoft.com/office/drawing/2014/main" id="{295A5D07-E20F-AB4E-5528-2BCFAF76FDE4}"/>
              </a:ext>
            </a:extLst>
          </p:cNvPr>
          <p:cNvCxnSpPr>
            <a:cxnSpLocks/>
            <a:stCxn id="399" idx="1"/>
            <a:endCxn id="395" idx="5"/>
          </p:cNvCxnSpPr>
          <p:nvPr/>
        </p:nvCxnSpPr>
        <p:spPr>
          <a:xfrm flipH="1" flipV="1">
            <a:off x="11228625" y="821436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ector recto de flecha 400">
            <a:extLst>
              <a:ext uri="{FF2B5EF4-FFF2-40B4-BE49-F238E27FC236}">
                <a16:creationId xmlns:a16="http://schemas.microsoft.com/office/drawing/2014/main" id="{F68B4DAD-893B-ECBA-D77F-51A31E5632E5}"/>
              </a:ext>
            </a:extLst>
          </p:cNvPr>
          <p:cNvCxnSpPr>
            <a:cxnSpLocks/>
            <a:stCxn id="399" idx="4"/>
            <a:endCxn id="397" idx="7"/>
          </p:cNvCxnSpPr>
          <p:nvPr/>
        </p:nvCxnSpPr>
        <p:spPr>
          <a:xfrm flipH="1">
            <a:off x="11228625" y="2016200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ector recto de flecha 401">
            <a:extLst>
              <a:ext uri="{FF2B5EF4-FFF2-40B4-BE49-F238E27FC236}">
                <a16:creationId xmlns:a16="http://schemas.microsoft.com/office/drawing/2014/main" id="{1B7306BC-C323-857E-97D3-C3515F28466E}"/>
              </a:ext>
            </a:extLst>
          </p:cNvPr>
          <p:cNvCxnSpPr>
            <a:cxnSpLocks/>
            <a:stCxn id="398" idx="7"/>
            <a:endCxn id="399" idx="3"/>
          </p:cNvCxnSpPr>
          <p:nvPr/>
        </p:nvCxnSpPr>
        <p:spPr>
          <a:xfrm flipV="1">
            <a:off x="9797060" y="1954229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ector recto de flecha 402">
            <a:extLst>
              <a:ext uri="{FF2B5EF4-FFF2-40B4-BE49-F238E27FC236}">
                <a16:creationId xmlns:a16="http://schemas.microsoft.com/office/drawing/2014/main" id="{8993FCFE-93B2-E830-FF98-5570DF7D89EB}"/>
              </a:ext>
            </a:extLst>
          </p:cNvPr>
          <p:cNvCxnSpPr>
            <a:cxnSpLocks/>
            <a:stCxn id="396" idx="5"/>
            <a:endCxn id="399" idx="1"/>
          </p:cNvCxnSpPr>
          <p:nvPr/>
        </p:nvCxnSpPr>
        <p:spPr>
          <a:xfrm>
            <a:off x="9791945" y="1179420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ector recto de flecha 403">
            <a:extLst>
              <a:ext uri="{FF2B5EF4-FFF2-40B4-BE49-F238E27FC236}">
                <a16:creationId xmlns:a16="http://schemas.microsoft.com/office/drawing/2014/main" id="{2FD49358-503A-5770-B82C-0DD7A2E2F861}"/>
              </a:ext>
            </a:extLst>
          </p:cNvPr>
          <p:cNvCxnSpPr>
            <a:cxnSpLocks/>
            <a:stCxn id="398" idx="0"/>
            <a:endCxn id="396" idx="4"/>
          </p:cNvCxnSpPr>
          <p:nvPr/>
        </p:nvCxnSpPr>
        <p:spPr>
          <a:xfrm flipH="1" flipV="1">
            <a:off x="9642333" y="1241391"/>
            <a:ext cx="5115" cy="1232932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ector recto de flecha 404">
            <a:extLst>
              <a:ext uri="{FF2B5EF4-FFF2-40B4-BE49-F238E27FC236}">
                <a16:creationId xmlns:a16="http://schemas.microsoft.com/office/drawing/2014/main" id="{A7B0F474-08FA-9874-EEBD-AAB42B494EF6}"/>
              </a:ext>
            </a:extLst>
          </p:cNvPr>
          <p:cNvCxnSpPr>
            <a:cxnSpLocks/>
          </p:cNvCxnSpPr>
          <p:nvPr/>
        </p:nvCxnSpPr>
        <p:spPr>
          <a:xfrm>
            <a:off x="9777789" y="2786113"/>
            <a:ext cx="1269061" cy="457474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ector recto de flecha 405">
            <a:extLst>
              <a:ext uri="{FF2B5EF4-FFF2-40B4-BE49-F238E27FC236}">
                <a16:creationId xmlns:a16="http://schemas.microsoft.com/office/drawing/2014/main" id="{2F6C476C-73E9-1C13-B494-C4EA8D2A0B7F}"/>
              </a:ext>
            </a:extLst>
          </p:cNvPr>
          <p:cNvCxnSpPr>
            <a:stCxn id="395" idx="1"/>
            <a:endCxn id="396" idx="7"/>
          </p:cNvCxnSpPr>
          <p:nvPr/>
        </p:nvCxnSpPr>
        <p:spPr>
          <a:xfrm flipH="1">
            <a:off x="9791945" y="522212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ector recto de flecha 406">
            <a:extLst>
              <a:ext uri="{FF2B5EF4-FFF2-40B4-BE49-F238E27FC236}">
                <a16:creationId xmlns:a16="http://schemas.microsoft.com/office/drawing/2014/main" id="{6D32E530-F284-094A-BD0F-935F66869B25}"/>
              </a:ext>
            </a:extLst>
          </p:cNvPr>
          <p:cNvCxnSpPr>
            <a:stCxn id="396" idx="6"/>
            <a:endCxn id="395" idx="2"/>
          </p:cNvCxnSpPr>
          <p:nvPr/>
        </p:nvCxnSpPr>
        <p:spPr>
          <a:xfrm flipV="1">
            <a:off x="9853916" y="671824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ector recto de flecha 407">
            <a:extLst>
              <a:ext uri="{FF2B5EF4-FFF2-40B4-BE49-F238E27FC236}">
                <a16:creationId xmlns:a16="http://schemas.microsoft.com/office/drawing/2014/main" id="{A329EB04-59E1-41FD-C990-91550839DDBE}"/>
              </a:ext>
            </a:extLst>
          </p:cNvPr>
          <p:cNvCxnSpPr>
            <a:stCxn id="397" idx="1"/>
            <a:endCxn id="396" idx="5"/>
          </p:cNvCxnSpPr>
          <p:nvPr/>
        </p:nvCxnSpPr>
        <p:spPr>
          <a:xfrm flipH="1" flipV="1">
            <a:off x="9791945" y="1179420"/>
            <a:ext cx="1137456" cy="1743881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ector recto de flecha 408">
            <a:extLst>
              <a:ext uri="{FF2B5EF4-FFF2-40B4-BE49-F238E27FC236}">
                <a16:creationId xmlns:a16="http://schemas.microsoft.com/office/drawing/2014/main" id="{F03D7038-C9E0-B02B-6ACF-72182AF60426}"/>
              </a:ext>
            </a:extLst>
          </p:cNvPr>
          <p:cNvCxnSpPr>
            <a:cxnSpLocks/>
            <a:stCxn id="357" idx="1"/>
          </p:cNvCxnSpPr>
          <p:nvPr/>
        </p:nvCxnSpPr>
        <p:spPr>
          <a:xfrm flipH="1" flipV="1">
            <a:off x="3403686" y="2536720"/>
            <a:ext cx="1135552" cy="39457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ector recto de flecha 409">
            <a:extLst>
              <a:ext uri="{FF2B5EF4-FFF2-40B4-BE49-F238E27FC236}">
                <a16:creationId xmlns:a16="http://schemas.microsoft.com/office/drawing/2014/main" id="{AD01C167-0BF9-88B5-84D2-708DA83C7486}"/>
              </a:ext>
            </a:extLst>
          </p:cNvPr>
          <p:cNvCxnSpPr>
            <a:stCxn id="397" idx="1"/>
            <a:endCxn id="398" idx="7"/>
          </p:cNvCxnSpPr>
          <p:nvPr/>
        </p:nvCxnSpPr>
        <p:spPr>
          <a:xfrm flipH="1" flipV="1">
            <a:off x="9797060" y="2536294"/>
            <a:ext cx="1132341" cy="38700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ector recto de flecha 410">
            <a:extLst>
              <a:ext uri="{FF2B5EF4-FFF2-40B4-BE49-F238E27FC236}">
                <a16:creationId xmlns:a16="http://schemas.microsoft.com/office/drawing/2014/main" id="{F87DCF64-B413-7D1E-D6DF-F3F0685D1A61}"/>
              </a:ext>
            </a:extLst>
          </p:cNvPr>
          <p:cNvCxnSpPr>
            <a:stCxn id="355" idx="6"/>
            <a:endCxn id="359" idx="0"/>
          </p:cNvCxnSpPr>
          <p:nvPr/>
        </p:nvCxnSpPr>
        <p:spPr>
          <a:xfrm>
            <a:off x="4900433" y="679813"/>
            <a:ext cx="627508" cy="921210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CuadroTexto 412">
            <a:extLst>
              <a:ext uri="{FF2B5EF4-FFF2-40B4-BE49-F238E27FC236}">
                <a16:creationId xmlns:a16="http://schemas.microsoft.com/office/drawing/2014/main" id="{A507905A-6727-7968-8501-487D9DEB762F}"/>
              </a:ext>
            </a:extLst>
          </p:cNvPr>
          <p:cNvSpPr txBox="1"/>
          <p:nvPr/>
        </p:nvSpPr>
        <p:spPr>
          <a:xfrm>
            <a:off x="8648938" y="1419791"/>
            <a:ext cx="813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/>
              <a:t>…</a:t>
            </a:r>
            <a:endParaRPr lang="es-419" sz="3600" dirty="0"/>
          </a:p>
        </p:txBody>
      </p:sp>
      <p:sp>
        <p:nvSpPr>
          <p:cNvPr id="473" name="Elipse 472">
            <a:extLst>
              <a:ext uri="{FF2B5EF4-FFF2-40B4-BE49-F238E27FC236}">
                <a16:creationId xmlns:a16="http://schemas.microsoft.com/office/drawing/2014/main" id="{0317FC38-314A-3AB9-B3BD-91DE951E9BFF}"/>
              </a:ext>
            </a:extLst>
          </p:cNvPr>
          <p:cNvSpPr/>
          <p:nvPr/>
        </p:nvSpPr>
        <p:spPr>
          <a:xfrm>
            <a:off x="1617688" y="457030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74" name="Elipse 473">
            <a:extLst>
              <a:ext uri="{FF2B5EF4-FFF2-40B4-BE49-F238E27FC236}">
                <a16:creationId xmlns:a16="http://schemas.microsoft.com/office/drawing/2014/main" id="{A27593CB-2192-70AB-BED9-9878213E5C66}"/>
              </a:ext>
            </a:extLst>
          </p:cNvPr>
          <p:cNvSpPr/>
          <p:nvPr/>
        </p:nvSpPr>
        <p:spPr>
          <a:xfrm>
            <a:off x="181008" y="815014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75" name="Elipse 474">
            <a:extLst>
              <a:ext uri="{FF2B5EF4-FFF2-40B4-BE49-F238E27FC236}">
                <a16:creationId xmlns:a16="http://schemas.microsoft.com/office/drawing/2014/main" id="{B4487AD2-CAF5-64FD-4C24-7E0559E8711F}"/>
              </a:ext>
            </a:extLst>
          </p:cNvPr>
          <p:cNvSpPr/>
          <p:nvPr/>
        </p:nvSpPr>
        <p:spPr>
          <a:xfrm>
            <a:off x="1617688" y="2858119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76" name="Elipse 475">
            <a:extLst>
              <a:ext uri="{FF2B5EF4-FFF2-40B4-BE49-F238E27FC236}">
                <a16:creationId xmlns:a16="http://schemas.microsoft.com/office/drawing/2014/main" id="{84CF150D-E9D5-CC4F-A78B-D1CD04B094DF}"/>
              </a:ext>
            </a:extLst>
          </p:cNvPr>
          <p:cNvSpPr/>
          <p:nvPr/>
        </p:nvSpPr>
        <p:spPr>
          <a:xfrm>
            <a:off x="186123" y="2471112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77" name="Elipse 476">
            <a:extLst>
              <a:ext uri="{FF2B5EF4-FFF2-40B4-BE49-F238E27FC236}">
                <a16:creationId xmlns:a16="http://schemas.microsoft.com/office/drawing/2014/main" id="{B1B73DFE-CF23-3178-3297-4635FAC1A2C7}"/>
              </a:ext>
            </a:extLst>
          </p:cNvPr>
          <p:cNvSpPr/>
          <p:nvPr/>
        </p:nvSpPr>
        <p:spPr>
          <a:xfrm>
            <a:off x="2456779" y="1589823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478" name="Conector recto de flecha 477">
            <a:extLst>
              <a:ext uri="{FF2B5EF4-FFF2-40B4-BE49-F238E27FC236}">
                <a16:creationId xmlns:a16="http://schemas.microsoft.com/office/drawing/2014/main" id="{1DFEFA35-5C6A-7D8A-7AE8-7470C5B8C960}"/>
              </a:ext>
            </a:extLst>
          </p:cNvPr>
          <p:cNvCxnSpPr>
            <a:cxnSpLocks/>
            <a:stCxn id="475" idx="1"/>
            <a:endCxn id="473" idx="3"/>
          </p:cNvCxnSpPr>
          <p:nvPr/>
        </p:nvCxnSpPr>
        <p:spPr>
          <a:xfrm flipV="1">
            <a:off x="1679659" y="818225"/>
            <a:ext cx="0" cy="2101865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ector recto de flecha 478">
            <a:extLst>
              <a:ext uri="{FF2B5EF4-FFF2-40B4-BE49-F238E27FC236}">
                <a16:creationId xmlns:a16="http://schemas.microsoft.com/office/drawing/2014/main" id="{694877D0-550F-5CA3-D17B-56C751A5C1B9}"/>
              </a:ext>
            </a:extLst>
          </p:cNvPr>
          <p:cNvCxnSpPr>
            <a:cxnSpLocks/>
            <a:stCxn id="477" idx="1"/>
            <a:endCxn id="473" idx="5"/>
          </p:cNvCxnSpPr>
          <p:nvPr/>
        </p:nvCxnSpPr>
        <p:spPr>
          <a:xfrm flipH="1" flipV="1">
            <a:off x="1978883" y="818225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ector recto de flecha 479">
            <a:extLst>
              <a:ext uri="{FF2B5EF4-FFF2-40B4-BE49-F238E27FC236}">
                <a16:creationId xmlns:a16="http://schemas.microsoft.com/office/drawing/2014/main" id="{19D6CCE1-9912-7380-982D-38CB07BD9A50}"/>
              </a:ext>
            </a:extLst>
          </p:cNvPr>
          <p:cNvCxnSpPr>
            <a:cxnSpLocks/>
            <a:stCxn id="477" idx="4"/>
            <a:endCxn id="475" idx="7"/>
          </p:cNvCxnSpPr>
          <p:nvPr/>
        </p:nvCxnSpPr>
        <p:spPr>
          <a:xfrm flipH="1">
            <a:off x="1978883" y="2012989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ector recto de flecha 480">
            <a:extLst>
              <a:ext uri="{FF2B5EF4-FFF2-40B4-BE49-F238E27FC236}">
                <a16:creationId xmlns:a16="http://schemas.microsoft.com/office/drawing/2014/main" id="{277DA1B4-F4BB-6A03-28A3-F573367C3093}"/>
              </a:ext>
            </a:extLst>
          </p:cNvPr>
          <p:cNvCxnSpPr>
            <a:cxnSpLocks/>
            <a:stCxn id="476" idx="7"/>
            <a:endCxn id="477" idx="3"/>
          </p:cNvCxnSpPr>
          <p:nvPr/>
        </p:nvCxnSpPr>
        <p:spPr>
          <a:xfrm flipV="1">
            <a:off x="547318" y="1951018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ector recto de flecha 481">
            <a:extLst>
              <a:ext uri="{FF2B5EF4-FFF2-40B4-BE49-F238E27FC236}">
                <a16:creationId xmlns:a16="http://schemas.microsoft.com/office/drawing/2014/main" id="{42F61DC2-1053-952F-71C2-8BB083A9DAFA}"/>
              </a:ext>
            </a:extLst>
          </p:cNvPr>
          <p:cNvCxnSpPr>
            <a:cxnSpLocks/>
            <a:stCxn id="474" idx="5"/>
            <a:endCxn id="477" idx="1"/>
          </p:cNvCxnSpPr>
          <p:nvPr/>
        </p:nvCxnSpPr>
        <p:spPr>
          <a:xfrm>
            <a:off x="542203" y="1176209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ector recto de flecha 482">
            <a:extLst>
              <a:ext uri="{FF2B5EF4-FFF2-40B4-BE49-F238E27FC236}">
                <a16:creationId xmlns:a16="http://schemas.microsoft.com/office/drawing/2014/main" id="{BD20A374-AE01-AA0E-9F78-FFCEDA64DFE1}"/>
              </a:ext>
            </a:extLst>
          </p:cNvPr>
          <p:cNvCxnSpPr>
            <a:cxnSpLocks/>
            <a:stCxn id="474" idx="7"/>
            <a:endCxn id="473" idx="1"/>
          </p:cNvCxnSpPr>
          <p:nvPr/>
        </p:nvCxnSpPr>
        <p:spPr>
          <a:xfrm flipV="1">
            <a:off x="542203" y="519001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ector recto de flecha 483">
            <a:extLst>
              <a:ext uri="{FF2B5EF4-FFF2-40B4-BE49-F238E27FC236}">
                <a16:creationId xmlns:a16="http://schemas.microsoft.com/office/drawing/2014/main" id="{DEDAD5E2-4E12-C089-2563-B22CEA8A9EB9}"/>
              </a:ext>
            </a:extLst>
          </p:cNvPr>
          <p:cNvCxnSpPr>
            <a:cxnSpLocks/>
            <a:stCxn id="473" idx="2"/>
            <a:endCxn id="474" idx="6"/>
          </p:cNvCxnSpPr>
          <p:nvPr/>
        </p:nvCxnSpPr>
        <p:spPr>
          <a:xfrm flipH="1">
            <a:off x="604174" y="668613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ector recto de flecha 484">
            <a:extLst>
              <a:ext uri="{FF2B5EF4-FFF2-40B4-BE49-F238E27FC236}">
                <a16:creationId xmlns:a16="http://schemas.microsoft.com/office/drawing/2014/main" id="{06153F56-5B89-B525-20B6-FB2FF61B13D0}"/>
              </a:ext>
            </a:extLst>
          </p:cNvPr>
          <p:cNvCxnSpPr>
            <a:cxnSpLocks/>
            <a:stCxn id="473" idx="4"/>
            <a:endCxn id="475" idx="0"/>
          </p:cNvCxnSpPr>
          <p:nvPr/>
        </p:nvCxnSpPr>
        <p:spPr>
          <a:xfrm>
            <a:off x="1829271" y="880196"/>
            <a:ext cx="0" cy="1977923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ector recto de flecha 485">
            <a:extLst>
              <a:ext uri="{FF2B5EF4-FFF2-40B4-BE49-F238E27FC236}">
                <a16:creationId xmlns:a16="http://schemas.microsoft.com/office/drawing/2014/main" id="{30F0C027-861B-3DA7-472B-B0850671820B}"/>
              </a:ext>
            </a:extLst>
          </p:cNvPr>
          <p:cNvCxnSpPr>
            <a:cxnSpLocks/>
            <a:stCxn id="473" idx="6"/>
            <a:endCxn id="477" idx="0"/>
          </p:cNvCxnSpPr>
          <p:nvPr/>
        </p:nvCxnSpPr>
        <p:spPr>
          <a:xfrm>
            <a:off x="2040854" y="668613"/>
            <a:ext cx="627508" cy="921210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7" name="Elipse 486">
            <a:extLst>
              <a:ext uri="{FF2B5EF4-FFF2-40B4-BE49-F238E27FC236}">
                <a16:creationId xmlns:a16="http://schemas.microsoft.com/office/drawing/2014/main" id="{9C6290E6-380A-CAE0-FDAC-AAC6EB76066F}"/>
              </a:ext>
            </a:extLst>
          </p:cNvPr>
          <p:cNvSpPr/>
          <p:nvPr/>
        </p:nvSpPr>
        <p:spPr>
          <a:xfrm>
            <a:off x="4451732" y="3901013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88" name="Elipse 487">
            <a:extLst>
              <a:ext uri="{FF2B5EF4-FFF2-40B4-BE49-F238E27FC236}">
                <a16:creationId xmlns:a16="http://schemas.microsoft.com/office/drawing/2014/main" id="{31BA9711-EFBF-7513-8DD3-86EF6F09D563}"/>
              </a:ext>
            </a:extLst>
          </p:cNvPr>
          <p:cNvSpPr/>
          <p:nvPr/>
        </p:nvSpPr>
        <p:spPr>
          <a:xfrm>
            <a:off x="3015052" y="4258997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89" name="Elipse 488">
            <a:extLst>
              <a:ext uri="{FF2B5EF4-FFF2-40B4-BE49-F238E27FC236}">
                <a16:creationId xmlns:a16="http://schemas.microsoft.com/office/drawing/2014/main" id="{71E264ED-CA30-1C4E-96FB-33588AD49A92}"/>
              </a:ext>
            </a:extLst>
          </p:cNvPr>
          <p:cNvSpPr/>
          <p:nvPr/>
        </p:nvSpPr>
        <p:spPr>
          <a:xfrm>
            <a:off x="4451732" y="6302102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90" name="Elipse 489">
            <a:extLst>
              <a:ext uri="{FF2B5EF4-FFF2-40B4-BE49-F238E27FC236}">
                <a16:creationId xmlns:a16="http://schemas.microsoft.com/office/drawing/2014/main" id="{7F2DCF4C-694A-ED11-0A40-14CDDBD038AD}"/>
              </a:ext>
            </a:extLst>
          </p:cNvPr>
          <p:cNvSpPr/>
          <p:nvPr/>
        </p:nvSpPr>
        <p:spPr>
          <a:xfrm>
            <a:off x="3020167" y="5915095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91" name="Elipse 490">
            <a:extLst>
              <a:ext uri="{FF2B5EF4-FFF2-40B4-BE49-F238E27FC236}">
                <a16:creationId xmlns:a16="http://schemas.microsoft.com/office/drawing/2014/main" id="{BA55F0EB-E8FF-BA7E-F979-2A29BEB71624}"/>
              </a:ext>
            </a:extLst>
          </p:cNvPr>
          <p:cNvSpPr/>
          <p:nvPr/>
        </p:nvSpPr>
        <p:spPr>
          <a:xfrm>
            <a:off x="5290823" y="5033806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492" name="Conector recto de flecha 491">
            <a:extLst>
              <a:ext uri="{FF2B5EF4-FFF2-40B4-BE49-F238E27FC236}">
                <a16:creationId xmlns:a16="http://schemas.microsoft.com/office/drawing/2014/main" id="{D6721B1F-6FCF-60BC-D369-5870C61A5AD0}"/>
              </a:ext>
            </a:extLst>
          </p:cNvPr>
          <p:cNvCxnSpPr>
            <a:cxnSpLocks/>
            <a:stCxn id="489" idx="1"/>
            <a:endCxn id="487" idx="3"/>
          </p:cNvCxnSpPr>
          <p:nvPr/>
        </p:nvCxnSpPr>
        <p:spPr>
          <a:xfrm flipV="1">
            <a:off x="4513703" y="4262208"/>
            <a:ext cx="0" cy="21018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ector recto de flecha 492">
            <a:extLst>
              <a:ext uri="{FF2B5EF4-FFF2-40B4-BE49-F238E27FC236}">
                <a16:creationId xmlns:a16="http://schemas.microsoft.com/office/drawing/2014/main" id="{020432C1-75F9-E6B1-D82A-37335980FA4F}"/>
              </a:ext>
            </a:extLst>
          </p:cNvPr>
          <p:cNvCxnSpPr>
            <a:cxnSpLocks/>
            <a:stCxn id="491" idx="1"/>
            <a:endCxn id="487" idx="5"/>
          </p:cNvCxnSpPr>
          <p:nvPr/>
        </p:nvCxnSpPr>
        <p:spPr>
          <a:xfrm flipH="1" flipV="1">
            <a:off x="4812927" y="4262208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ector recto de flecha 493">
            <a:extLst>
              <a:ext uri="{FF2B5EF4-FFF2-40B4-BE49-F238E27FC236}">
                <a16:creationId xmlns:a16="http://schemas.microsoft.com/office/drawing/2014/main" id="{EBB0EFA2-E29B-3CF6-FF2B-668B94C30995}"/>
              </a:ext>
            </a:extLst>
          </p:cNvPr>
          <p:cNvCxnSpPr>
            <a:cxnSpLocks/>
            <a:stCxn id="491" idx="4"/>
            <a:endCxn id="489" idx="7"/>
          </p:cNvCxnSpPr>
          <p:nvPr/>
        </p:nvCxnSpPr>
        <p:spPr>
          <a:xfrm flipH="1">
            <a:off x="4812927" y="5456972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ector recto de flecha 494">
            <a:extLst>
              <a:ext uri="{FF2B5EF4-FFF2-40B4-BE49-F238E27FC236}">
                <a16:creationId xmlns:a16="http://schemas.microsoft.com/office/drawing/2014/main" id="{A2A34676-3EB2-C319-E94D-D2D3CCEADB0C}"/>
              </a:ext>
            </a:extLst>
          </p:cNvPr>
          <p:cNvCxnSpPr>
            <a:cxnSpLocks/>
            <a:stCxn id="490" idx="7"/>
            <a:endCxn id="491" idx="3"/>
          </p:cNvCxnSpPr>
          <p:nvPr/>
        </p:nvCxnSpPr>
        <p:spPr>
          <a:xfrm flipV="1">
            <a:off x="3381362" y="5395001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ector recto de flecha 495">
            <a:extLst>
              <a:ext uri="{FF2B5EF4-FFF2-40B4-BE49-F238E27FC236}">
                <a16:creationId xmlns:a16="http://schemas.microsoft.com/office/drawing/2014/main" id="{F6CAB20A-57BE-DE6D-853C-9D687A279841}"/>
              </a:ext>
            </a:extLst>
          </p:cNvPr>
          <p:cNvCxnSpPr>
            <a:cxnSpLocks/>
            <a:stCxn id="488" idx="5"/>
            <a:endCxn id="491" idx="1"/>
          </p:cNvCxnSpPr>
          <p:nvPr/>
        </p:nvCxnSpPr>
        <p:spPr>
          <a:xfrm>
            <a:off x="3376247" y="4620192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ector recto de flecha 496">
            <a:extLst>
              <a:ext uri="{FF2B5EF4-FFF2-40B4-BE49-F238E27FC236}">
                <a16:creationId xmlns:a16="http://schemas.microsoft.com/office/drawing/2014/main" id="{06E75E8D-4013-1975-9947-EDE01ECC9671}"/>
              </a:ext>
            </a:extLst>
          </p:cNvPr>
          <p:cNvCxnSpPr>
            <a:cxnSpLocks/>
            <a:stCxn id="490" idx="0"/>
            <a:endCxn id="488" idx="4"/>
          </p:cNvCxnSpPr>
          <p:nvPr/>
        </p:nvCxnSpPr>
        <p:spPr>
          <a:xfrm flipH="1" flipV="1">
            <a:off x="3226635" y="4682163"/>
            <a:ext cx="5115" cy="1232932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ector recto de flecha 497">
            <a:extLst>
              <a:ext uri="{FF2B5EF4-FFF2-40B4-BE49-F238E27FC236}">
                <a16:creationId xmlns:a16="http://schemas.microsoft.com/office/drawing/2014/main" id="{4B97322E-7771-440B-21C9-2F98FF8CCBC7}"/>
              </a:ext>
            </a:extLst>
          </p:cNvPr>
          <p:cNvCxnSpPr>
            <a:cxnSpLocks/>
            <a:stCxn id="490" idx="5"/>
            <a:endCxn id="489" idx="3"/>
          </p:cNvCxnSpPr>
          <p:nvPr/>
        </p:nvCxnSpPr>
        <p:spPr>
          <a:xfrm>
            <a:off x="3381362" y="6276290"/>
            <a:ext cx="1132341" cy="387007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ector recto de flecha 498">
            <a:extLst>
              <a:ext uri="{FF2B5EF4-FFF2-40B4-BE49-F238E27FC236}">
                <a16:creationId xmlns:a16="http://schemas.microsoft.com/office/drawing/2014/main" id="{6F1F33B9-F20A-B397-FBD0-8E171B01213B}"/>
              </a:ext>
            </a:extLst>
          </p:cNvPr>
          <p:cNvCxnSpPr>
            <a:cxnSpLocks/>
            <a:stCxn id="488" idx="7"/>
            <a:endCxn id="487" idx="1"/>
          </p:cNvCxnSpPr>
          <p:nvPr/>
        </p:nvCxnSpPr>
        <p:spPr>
          <a:xfrm flipV="1">
            <a:off x="3376247" y="3962984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ector recto de flecha 499">
            <a:extLst>
              <a:ext uri="{FF2B5EF4-FFF2-40B4-BE49-F238E27FC236}">
                <a16:creationId xmlns:a16="http://schemas.microsoft.com/office/drawing/2014/main" id="{1EF238F9-A349-846C-818E-EB09641B8B9E}"/>
              </a:ext>
            </a:extLst>
          </p:cNvPr>
          <p:cNvCxnSpPr>
            <a:cxnSpLocks/>
            <a:stCxn id="487" idx="2"/>
            <a:endCxn id="488" idx="6"/>
          </p:cNvCxnSpPr>
          <p:nvPr/>
        </p:nvCxnSpPr>
        <p:spPr>
          <a:xfrm flipH="1">
            <a:off x="3438218" y="4112596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ector recto de flecha 500">
            <a:extLst>
              <a:ext uri="{FF2B5EF4-FFF2-40B4-BE49-F238E27FC236}">
                <a16:creationId xmlns:a16="http://schemas.microsoft.com/office/drawing/2014/main" id="{C1C159EC-9956-03B7-BBF5-892A09955E65}"/>
              </a:ext>
            </a:extLst>
          </p:cNvPr>
          <p:cNvCxnSpPr>
            <a:cxnSpLocks/>
            <a:stCxn id="489" idx="1"/>
            <a:endCxn id="488" idx="5"/>
          </p:cNvCxnSpPr>
          <p:nvPr/>
        </p:nvCxnSpPr>
        <p:spPr>
          <a:xfrm flipH="1" flipV="1">
            <a:off x="3376247" y="4620192"/>
            <a:ext cx="1137456" cy="174388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ector recto de flecha 501">
            <a:extLst>
              <a:ext uri="{FF2B5EF4-FFF2-40B4-BE49-F238E27FC236}">
                <a16:creationId xmlns:a16="http://schemas.microsoft.com/office/drawing/2014/main" id="{9437EE5D-34CB-AE76-AB9B-E490350C97E2}"/>
              </a:ext>
            </a:extLst>
          </p:cNvPr>
          <p:cNvCxnSpPr>
            <a:cxnSpLocks/>
            <a:stCxn id="487" idx="4"/>
            <a:endCxn id="489" idx="0"/>
          </p:cNvCxnSpPr>
          <p:nvPr/>
        </p:nvCxnSpPr>
        <p:spPr>
          <a:xfrm>
            <a:off x="4663315" y="4324179"/>
            <a:ext cx="0" cy="1977923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3" name="Elipse 502">
            <a:extLst>
              <a:ext uri="{FF2B5EF4-FFF2-40B4-BE49-F238E27FC236}">
                <a16:creationId xmlns:a16="http://schemas.microsoft.com/office/drawing/2014/main" id="{4C0CEAFC-38DE-6F0A-5084-27F794D11AD8}"/>
              </a:ext>
            </a:extLst>
          </p:cNvPr>
          <p:cNvSpPr/>
          <p:nvPr/>
        </p:nvSpPr>
        <p:spPr>
          <a:xfrm>
            <a:off x="7304155" y="3904224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04" name="Elipse 503">
            <a:extLst>
              <a:ext uri="{FF2B5EF4-FFF2-40B4-BE49-F238E27FC236}">
                <a16:creationId xmlns:a16="http://schemas.microsoft.com/office/drawing/2014/main" id="{F2C6378D-9790-8629-AA51-4F1A11451184}"/>
              </a:ext>
            </a:extLst>
          </p:cNvPr>
          <p:cNvSpPr/>
          <p:nvPr/>
        </p:nvSpPr>
        <p:spPr>
          <a:xfrm>
            <a:off x="5867475" y="4262208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05" name="Elipse 504">
            <a:extLst>
              <a:ext uri="{FF2B5EF4-FFF2-40B4-BE49-F238E27FC236}">
                <a16:creationId xmlns:a16="http://schemas.microsoft.com/office/drawing/2014/main" id="{B5B53606-548D-74D6-0251-98BB76E4C274}"/>
              </a:ext>
            </a:extLst>
          </p:cNvPr>
          <p:cNvSpPr/>
          <p:nvPr/>
        </p:nvSpPr>
        <p:spPr>
          <a:xfrm>
            <a:off x="7304155" y="6305313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06" name="Elipse 505">
            <a:extLst>
              <a:ext uri="{FF2B5EF4-FFF2-40B4-BE49-F238E27FC236}">
                <a16:creationId xmlns:a16="http://schemas.microsoft.com/office/drawing/2014/main" id="{90E9EDC3-DC26-D29D-A9CE-4B3F0C7F8312}"/>
              </a:ext>
            </a:extLst>
          </p:cNvPr>
          <p:cNvSpPr/>
          <p:nvPr/>
        </p:nvSpPr>
        <p:spPr>
          <a:xfrm>
            <a:off x="5872590" y="5918306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07" name="Elipse 506">
            <a:extLst>
              <a:ext uri="{FF2B5EF4-FFF2-40B4-BE49-F238E27FC236}">
                <a16:creationId xmlns:a16="http://schemas.microsoft.com/office/drawing/2014/main" id="{9C8B9CC9-E03A-C038-72C6-D21D46E5660A}"/>
              </a:ext>
            </a:extLst>
          </p:cNvPr>
          <p:cNvSpPr/>
          <p:nvPr/>
        </p:nvSpPr>
        <p:spPr>
          <a:xfrm>
            <a:off x="8143246" y="5037017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508" name="Conector recto de flecha 507">
            <a:extLst>
              <a:ext uri="{FF2B5EF4-FFF2-40B4-BE49-F238E27FC236}">
                <a16:creationId xmlns:a16="http://schemas.microsoft.com/office/drawing/2014/main" id="{F0733360-3CD4-A9BC-33BA-397BEE350777}"/>
              </a:ext>
            </a:extLst>
          </p:cNvPr>
          <p:cNvCxnSpPr>
            <a:cxnSpLocks/>
            <a:stCxn id="507" idx="1"/>
            <a:endCxn id="503" idx="5"/>
          </p:cNvCxnSpPr>
          <p:nvPr/>
        </p:nvCxnSpPr>
        <p:spPr>
          <a:xfrm flipH="1" flipV="1">
            <a:off x="7665350" y="4265419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ector recto de flecha 508">
            <a:extLst>
              <a:ext uri="{FF2B5EF4-FFF2-40B4-BE49-F238E27FC236}">
                <a16:creationId xmlns:a16="http://schemas.microsoft.com/office/drawing/2014/main" id="{B4B9AEE4-7AB3-9BE9-FBA1-B847F8618C36}"/>
              </a:ext>
            </a:extLst>
          </p:cNvPr>
          <p:cNvCxnSpPr>
            <a:cxnSpLocks/>
            <a:stCxn id="507" idx="4"/>
            <a:endCxn id="505" idx="7"/>
          </p:cNvCxnSpPr>
          <p:nvPr/>
        </p:nvCxnSpPr>
        <p:spPr>
          <a:xfrm flipH="1">
            <a:off x="7665350" y="5460183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ector recto de flecha 509">
            <a:extLst>
              <a:ext uri="{FF2B5EF4-FFF2-40B4-BE49-F238E27FC236}">
                <a16:creationId xmlns:a16="http://schemas.microsoft.com/office/drawing/2014/main" id="{4053C3CC-9EAD-E960-520D-5894BFAA0FD2}"/>
              </a:ext>
            </a:extLst>
          </p:cNvPr>
          <p:cNvCxnSpPr>
            <a:cxnSpLocks/>
            <a:stCxn id="506" idx="7"/>
            <a:endCxn id="507" idx="3"/>
          </p:cNvCxnSpPr>
          <p:nvPr/>
        </p:nvCxnSpPr>
        <p:spPr>
          <a:xfrm flipV="1">
            <a:off x="6233785" y="5398212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ector recto de flecha 510">
            <a:extLst>
              <a:ext uri="{FF2B5EF4-FFF2-40B4-BE49-F238E27FC236}">
                <a16:creationId xmlns:a16="http://schemas.microsoft.com/office/drawing/2014/main" id="{80E18F5F-77A5-E983-FC64-DB63EAA4187B}"/>
              </a:ext>
            </a:extLst>
          </p:cNvPr>
          <p:cNvCxnSpPr>
            <a:cxnSpLocks/>
            <a:stCxn id="504" idx="5"/>
            <a:endCxn id="507" idx="1"/>
          </p:cNvCxnSpPr>
          <p:nvPr/>
        </p:nvCxnSpPr>
        <p:spPr>
          <a:xfrm>
            <a:off x="6228670" y="4623403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ector recto de flecha 511">
            <a:extLst>
              <a:ext uri="{FF2B5EF4-FFF2-40B4-BE49-F238E27FC236}">
                <a16:creationId xmlns:a16="http://schemas.microsoft.com/office/drawing/2014/main" id="{C69B964A-113A-0DDA-7517-A0EA854A423E}"/>
              </a:ext>
            </a:extLst>
          </p:cNvPr>
          <p:cNvCxnSpPr>
            <a:cxnSpLocks/>
            <a:stCxn id="503" idx="1"/>
            <a:endCxn id="504" idx="7"/>
          </p:cNvCxnSpPr>
          <p:nvPr/>
        </p:nvCxnSpPr>
        <p:spPr>
          <a:xfrm flipH="1">
            <a:off x="6228670" y="3966195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ector recto de flecha 512">
            <a:extLst>
              <a:ext uri="{FF2B5EF4-FFF2-40B4-BE49-F238E27FC236}">
                <a16:creationId xmlns:a16="http://schemas.microsoft.com/office/drawing/2014/main" id="{EB5AC916-557B-C77B-43D7-056D55A994B9}"/>
              </a:ext>
            </a:extLst>
          </p:cNvPr>
          <p:cNvCxnSpPr>
            <a:cxnSpLocks/>
            <a:stCxn id="504" idx="6"/>
            <a:endCxn id="503" idx="2"/>
          </p:cNvCxnSpPr>
          <p:nvPr/>
        </p:nvCxnSpPr>
        <p:spPr>
          <a:xfrm flipV="1">
            <a:off x="6290641" y="4115807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" name="Elipse 513">
            <a:extLst>
              <a:ext uri="{FF2B5EF4-FFF2-40B4-BE49-F238E27FC236}">
                <a16:creationId xmlns:a16="http://schemas.microsoft.com/office/drawing/2014/main" id="{2B97421E-33B1-FB87-71D6-322573A32637}"/>
              </a:ext>
            </a:extLst>
          </p:cNvPr>
          <p:cNvSpPr/>
          <p:nvPr/>
        </p:nvSpPr>
        <p:spPr>
          <a:xfrm>
            <a:off x="10875308" y="3904224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15" name="Elipse 514">
            <a:extLst>
              <a:ext uri="{FF2B5EF4-FFF2-40B4-BE49-F238E27FC236}">
                <a16:creationId xmlns:a16="http://schemas.microsoft.com/office/drawing/2014/main" id="{8736F5E0-690B-CC80-C229-B07C4628B67E}"/>
              </a:ext>
            </a:extLst>
          </p:cNvPr>
          <p:cNvSpPr/>
          <p:nvPr/>
        </p:nvSpPr>
        <p:spPr>
          <a:xfrm>
            <a:off x="9438628" y="4262208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16" name="Elipse 515">
            <a:extLst>
              <a:ext uri="{FF2B5EF4-FFF2-40B4-BE49-F238E27FC236}">
                <a16:creationId xmlns:a16="http://schemas.microsoft.com/office/drawing/2014/main" id="{A4E395C2-5200-96B9-7C93-61C29A51D2F0}"/>
              </a:ext>
            </a:extLst>
          </p:cNvPr>
          <p:cNvSpPr/>
          <p:nvPr/>
        </p:nvSpPr>
        <p:spPr>
          <a:xfrm>
            <a:off x="10875308" y="6305313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17" name="Elipse 516">
            <a:extLst>
              <a:ext uri="{FF2B5EF4-FFF2-40B4-BE49-F238E27FC236}">
                <a16:creationId xmlns:a16="http://schemas.microsoft.com/office/drawing/2014/main" id="{161FB73B-B414-77D9-6232-41891CAD1CEF}"/>
              </a:ext>
            </a:extLst>
          </p:cNvPr>
          <p:cNvSpPr/>
          <p:nvPr/>
        </p:nvSpPr>
        <p:spPr>
          <a:xfrm>
            <a:off x="9443743" y="5918306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18" name="Elipse 517">
            <a:extLst>
              <a:ext uri="{FF2B5EF4-FFF2-40B4-BE49-F238E27FC236}">
                <a16:creationId xmlns:a16="http://schemas.microsoft.com/office/drawing/2014/main" id="{22BA96D8-EB7D-714F-6D35-F0C9496A7105}"/>
              </a:ext>
            </a:extLst>
          </p:cNvPr>
          <p:cNvSpPr/>
          <p:nvPr/>
        </p:nvSpPr>
        <p:spPr>
          <a:xfrm>
            <a:off x="11714399" y="5037017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519" name="Conector recto de flecha 518">
            <a:extLst>
              <a:ext uri="{FF2B5EF4-FFF2-40B4-BE49-F238E27FC236}">
                <a16:creationId xmlns:a16="http://schemas.microsoft.com/office/drawing/2014/main" id="{C45C603B-564E-4A70-0070-395FCA2A44C0}"/>
              </a:ext>
            </a:extLst>
          </p:cNvPr>
          <p:cNvCxnSpPr>
            <a:cxnSpLocks/>
            <a:stCxn id="518" idx="1"/>
            <a:endCxn id="514" idx="5"/>
          </p:cNvCxnSpPr>
          <p:nvPr/>
        </p:nvCxnSpPr>
        <p:spPr>
          <a:xfrm flipH="1" flipV="1">
            <a:off x="11236503" y="4265419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ector recto de flecha 519">
            <a:extLst>
              <a:ext uri="{FF2B5EF4-FFF2-40B4-BE49-F238E27FC236}">
                <a16:creationId xmlns:a16="http://schemas.microsoft.com/office/drawing/2014/main" id="{4FD66276-C230-A591-4AE7-1898AA859F78}"/>
              </a:ext>
            </a:extLst>
          </p:cNvPr>
          <p:cNvCxnSpPr>
            <a:cxnSpLocks/>
            <a:stCxn id="518" idx="4"/>
            <a:endCxn id="516" idx="7"/>
          </p:cNvCxnSpPr>
          <p:nvPr/>
        </p:nvCxnSpPr>
        <p:spPr>
          <a:xfrm flipH="1">
            <a:off x="11236503" y="5460183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ector recto de flecha 520">
            <a:extLst>
              <a:ext uri="{FF2B5EF4-FFF2-40B4-BE49-F238E27FC236}">
                <a16:creationId xmlns:a16="http://schemas.microsoft.com/office/drawing/2014/main" id="{CB578D7A-824A-6FD1-886C-27A9C4632B77}"/>
              </a:ext>
            </a:extLst>
          </p:cNvPr>
          <p:cNvCxnSpPr>
            <a:cxnSpLocks/>
            <a:stCxn id="517" idx="7"/>
            <a:endCxn id="518" idx="3"/>
          </p:cNvCxnSpPr>
          <p:nvPr/>
        </p:nvCxnSpPr>
        <p:spPr>
          <a:xfrm flipV="1">
            <a:off x="9804938" y="5398212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ector recto de flecha 521">
            <a:extLst>
              <a:ext uri="{FF2B5EF4-FFF2-40B4-BE49-F238E27FC236}">
                <a16:creationId xmlns:a16="http://schemas.microsoft.com/office/drawing/2014/main" id="{C90E91E2-8AA1-C704-0CC0-2FFED928A863}"/>
              </a:ext>
            </a:extLst>
          </p:cNvPr>
          <p:cNvCxnSpPr>
            <a:cxnSpLocks/>
            <a:stCxn id="515" idx="5"/>
            <a:endCxn id="518" idx="1"/>
          </p:cNvCxnSpPr>
          <p:nvPr/>
        </p:nvCxnSpPr>
        <p:spPr>
          <a:xfrm>
            <a:off x="9799823" y="4623403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ector recto de flecha 522">
            <a:extLst>
              <a:ext uri="{FF2B5EF4-FFF2-40B4-BE49-F238E27FC236}">
                <a16:creationId xmlns:a16="http://schemas.microsoft.com/office/drawing/2014/main" id="{E3272266-DF36-DBB1-C2C3-655D78D710DB}"/>
              </a:ext>
            </a:extLst>
          </p:cNvPr>
          <p:cNvCxnSpPr>
            <a:cxnSpLocks/>
            <a:stCxn id="517" idx="0"/>
            <a:endCxn id="515" idx="4"/>
          </p:cNvCxnSpPr>
          <p:nvPr/>
        </p:nvCxnSpPr>
        <p:spPr>
          <a:xfrm flipH="1" flipV="1">
            <a:off x="9650211" y="4685374"/>
            <a:ext cx="5115" cy="1232932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ector recto de flecha 523">
            <a:extLst>
              <a:ext uri="{FF2B5EF4-FFF2-40B4-BE49-F238E27FC236}">
                <a16:creationId xmlns:a16="http://schemas.microsoft.com/office/drawing/2014/main" id="{0C8CF80D-D5EF-43A3-EC26-CEDFCCF02570}"/>
              </a:ext>
            </a:extLst>
          </p:cNvPr>
          <p:cNvCxnSpPr>
            <a:cxnSpLocks/>
          </p:cNvCxnSpPr>
          <p:nvPr/>
        </p:nvCxnSpPr>
        <p:spPr>
          <a:xfrm>
            <a:off x="9785667" y="6230096"/>
            <a:ext cx="1269061" cy="45747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ector recto de flecha 524">
            <a:extLst>
              <a:ext uri="{FF2B5EF4-FFF2-40B4-BE49-F238E27FC236}">
                <a16:creationId xmlns:a16="http://schemas.microsoft.com/office/drawing/2014/main" id="{C8282B1E-B959-2044-D7DF-961A59539EA9}"/>
              </a:ext>
            </a:extLst>
          </p:cNvPr>
          <p:cNvCxnSpPr>
            <a:stCxn id="514" idx="1"/>
            <a:endCxn id="515" idx="7"/>
          </p:cNvCxnSpPr>
          <p:nvPr/>
        </p:nvCxnSpPr>
        <p:spPr>
          <a:xfrm flipH="1">
            <a:off x="9799823" y="3966195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ector recto de flecha 525">
            <a:extLst>
              <a:ext uri="{FF2B5EF4-FFF2-40B4-BE49-F238E27FC236}">
                <a16:creationId xmlns:a16="http://schemas.microsoft.com/office/drawing/2014/main" id="{928E5C67-2F95-489D-BE6D-FA39257363D1}"/>
              </a:ext>
            </a:extLst>
          </p:cNvPr>
          <p:cNvCxnSpPr>
            <a:stCxn id="515" idx="6"/>
            <a:endCxn id="514" idx="2"/>
          </p:cNvCxnSpPr>
          <p:nvPr/>
        </p:nvCxnSpPr>
        <p:spPr>
          <a:xfrm flipV="1">
            <a:off x="9861794" y="4115807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ector recto de flecha 526">
            <a:extLst>
              <a:ext uri="{FF2B5EF4-FFF2-40B4-BE49-F238E27FC236}">
                <a16:creationId xmlns:a16="http://schemas.microsoft.com/office/drawing/2014/main" id="{0F09B8C2-E8CD-D7BC-8820-511DA27CD499}"/>
              </a:ext>
            </a:extLst>
          </p:cNvPr>
          <p:cNvCxnSpPr>
            <a:stCxn id="516" idx="1"/>
            <a:endCxn id="515" idx="5"/>
          </p:cNvCxnSpPr>
          <p:nvPr/>
        </p:nvCxnSpPr>
        <p:spPr>
          <a:xfrm flipH="1" flipV="1">
            <a:off x="9799823" y="4623403"/>
            <a:ext cx="1137456" cy="174388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ector recto de flecha 527">
            <a:extLst>
              <a:ext uri="{FF2B5EF4-FFF2-40B4-BE49-F238E27FC236}">
                <a16:creationId xmlns:a16="http://schemas.microsoft.com/office/drawing/2014/main" id="{9E40BB2C-0410-9953-1E6D-5C2B6C3E93E7}"/>
              </a:ext>
            </a:extLst>
          </p:cNvPr>
          <p:cNvCxnSpPr>
            <a:cxnSpLocks/>
            <a:stCxn id="489" idx="1"/>
          </p:cNvCxnSpPr>
          <p:nvPr/>
        </p:nvCxnSpPr>
        <p:spPr>
          <a:xfrm flipH="1" flipV="1">
            <a:off x="3378151" y="5969503"/>
            <a:ext cx="1135552" cy="39457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ector recto de flecha 528">
            <a:extLst>
              <a:ext uri="{FF2B5EF4-FFF2-40B4-BE49-F238E27FC236}">
                <a16:creationId xmlns:a16="http://schemas.microsoft.com/office/drawing/2014/main" id="{C73A7A36-9276-C463-D85F-CE38F565C5FD}"/>
              </a:ext>
            </a:extLst>
          </p:cNvPr>
          <p:cNvCxnSpPr>
            <a:stCxn id="516" idx="1"/>
            <a:endCxn id="517" idx="7"/>
          </p:cNvCxnSpPr>
          <p:nvPr/>
        </p:nvCxnSpPr>
        <p:spPr>
          <a:xfrm flipH="1" flipV="1">
            <a:off x="9804938" y="5980277"/>
            <a:ext cx="1132341" cy="387007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ector recto de flecha 529">
            <a:extLst>
              <a:ext uri="{FF2B5EF4-FFF2-40B4-BE49-F238E27FC236}">
                <a16:creationId xmlns:a16="http://schemas.microsoft.com/office/drawing/2014/main" id="{55A36603-BBBF-1D41-91FC-E602A4391757}"/>
              </a:ext>
            </a:extLst>
          </p:cNvPr>
          <p:cNvCxnSpPr>
            <a:stCxn id="487" idx="6"/>
            <a:endCxn id="491" idx="0"/>
          </p:cNvCxnSpPr>
          <p:nvPr/>
        </p:nvCxnSpPr>
        <p:spPr>
          <a:xfrm>
            <a:off x="4874898" y="4112596"/>
            <a:ext cx="627508" cy="92121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1" name="CuadroTexto 530">
            <a:extLst>
              <a:ext uri="{FF2B5EF4-FFF2-40B4-BE49-F238E27FC236}">
                <a16:creationId xmlns:a16="http://schemas.microsoft.com/office/drawing/2014/main" id="{B8BA1F68-5AE8-66A5-DAF6-BF766D5D9891}"/>
              </a:ext>
            </a:extLst>
          </p:cNvPr>
          <p:cNvSpPr txBox="1"/>
          <p:nvPr/>
        </p:nvSpPr>
        <p:spPr>
          <a:xfrm>
            <a:off x="8648938" y="4813852"/>
            <a:ext cx="813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/>
              <a:t>…</a:t>
            </a:r>
            <a:endParaRPr lang="es-419" sz="3600" dirty="0"/>
          </a:p>
        </p:txBody>
      </p:sp>
      <p:sp>
        <p:nvSpPr>
          <p:cNvPr id="532" name="Elipse 531">
            <a:extLst>
              <a:ext uri="{FF2B5EF4-FFF2-40B4-BE49-F238E27FC236}">
                <a16:creationId xmlns:a16="http://schemas.microsoft.com/office/drawing/2014/main" id="{4BC5AB08-BDAC-FD00-1D34-C6E685A2C65E}"/>
              </a:ext>
            </a:extLst>
          </p:cNvPr>
          <p:cNvSpPr/>
          <p:nvPr/>
        </p:nvSpPr>
        <p:spPr>
          <a:xfrm>
            <a:off x="1619381" y="3898021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33" name="Elipse 532">
            <a:extLst>
              <a:ext uri="{FF2B5EF4-FFF2-40B4-BE49-F238E27FC236}">
                <a16:creationId xmlns:a16="http://schemas.microsoft.com/office/drawing/2014/main" id="{2EAA4592-0E48-3617-25FC-50057A1DFDE3}"/>
              </a:ext>
            </a:extLst>
          </p:cNvPr>
          <p:cNvSpPr/>
          <p:nvPr/>
        </p:nvSpPr>
        <p:spPr>
          <a:xfrm>
            <a:off x="182701" y="4256005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34" name="Elipse 533">
            <a:extLst>
              <a:ext uri="{FF2B5EF4-FFF2-40B4-BE49-F238E27FC236}">
                <a16:creationId xmlns:a16="http://schemas.microsoft.com/office/drawing/2014/main" id="{6DC4F8E8-C328-8B10-DCB1-0CF611F72538}"/>
              </a:ext>
            </a:extLst>
          </p:cNvPr>
          <p:cNvSpPr/>
          <p:nvPr/>
        </p:nvSpPr>
        <p:spPr>
          <a:xfrm>
            <a:off x="1619381" y="6299110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35" name="Elipse 534">
            <a:extLst>
              <a:ext uri="{FF2B5EF4-FFF2-40B4-BE49-F238E27FC236}">
                <a16:creationId xmlns:a16="http://schemas.microsoft.com/office/drawing/2014/main" id="{3B62C464-E069-6A17-AB3B-5110DD9448AD}"/>
              </a:ext>
            </a:extLst>
          </p:cNvPr>
          <p:cNvSpPr/>
          <p:nvPr/>
        </p:nvSpPr>
        <p:spPr>
          <a:xfrm>
            <a:off x="187816" y="5912103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36" name="Elipse 535">
            <a:extLst>
              <a:ext uri="{FF2B5EF4-FFF2-40B4-BE49-F238E27FC236}">
                <a16:creationId xmlns:a16="http://schemas.microsoft.com/office/drawing/2014/main" id="{488A315F-19AA-AFF6-52BF-5F2451107852}"/>
              </a:ext>
            </a:extLst>
          </p:cNvPr>
          <p:cNvSpPr/>
          <p:nvPr/>
        </p:nvSpPr>
        <p:spPr>
          <a:xfrm>
            <a:off x="2458472" y="5030814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537" name="Conector recto de flecha 536">
            <a:extLst>
              <a:ext uri="{FF2B5EF4-FFF2-40B4-BE49-F238E27FC236}">
                <a16:creationId xmlns:a16="http://schemas.microsoft.com/office/drawing/2014/main" id="{84688B70-5C95-75F7-A5FA-72E596FF85B7}"/>
              </a:ext>
            </a:extLst>
          </p:cNvPr>
          <p:cNvCxnSpPr>
            <a:cxnSpLocks/>
            <a:stCxn id="534" idx="1"/>
            <a:endCxn id="532" idx="3"/>
          </p:cNvCxnSpPr>
          <p:nvPr/>
        </p:nvCxnSpPr>
        <p:spPr>
          <a:xfrm flipV="1">
            <a:off x="1681352" y="4259216"/>
            <a:ext cx="0" cy="21018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ector recto de flecha 537">
            <a:extLst>
              <a:ext uri="{FF2B5EF4-FFF2-40B4-BE49-F238E27FC236}">
                <a16:creationId xmlns:a16="http://schemas.microsoft.com/office/drawing/2014/main" id="{DEACDADC-092C-3709-9645-0AF3DFF7CA31}"/>
              </a:ext>
            </a:extLst>
          </p:cNvPr>
          <p:cNvCxnSpPr>
            <a:cxnSpLocks/>
            <a:stCxn id="536" idx="1"/>
            <a:endCxn id="532" idx="5"/>
          </p:cNvCxnSpPr>
          <p:nvPr/>
        </p:nvCxnSpPr>
        <p:spPr>
          <a:xfrm flipH="1" flipV="1">
            <a:off x="1980576" y="4259216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ector recto de flecha 538">
            <a:extLst>
              <a:ext uri="{FF2B5EF4-FFF2-40B4-BE49-F238E27FC236}">
                <a16:creationId xmlns:a16="http://schemas.microsoft.com/office/drawing/2014/main" id="{47A08980-857E-69D3-24B8-C1F084D7C5DF}"/>
              </a:ext>
            </a:extLst>
          </p:cNvPr>
          <p:cNvCxnSpPr>
            <a:cxnSpLocks/>
            <a:stCxn id="536" idx="4"/>
            <a:endCxn id="534" idx="7"/>
          </p:cNvCxnSpPr>
          <p:nvPr/>
        </p:nvCxnSpPr>
        <p:spPr>
          <a:xfrm flipH="1">
            <a:off x="1980576" y="5453980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ector recto de flecha 539">
            <a:extLst>
              <a:ext uri="{FF2B5EF4-FFF2-40B4-BE49-F238E27FC236}">
                <a16:creationId xmlns:a16="http://schemas.microsoft.com/office/drawing/2014/main" id="{5C21BCD7-7B0A-07E2-B637-6967F46100DE}"/>
              </a:ext>
            </a:extLst>
          </p:cNvPr>
          <p:cNvCxnSpPr>
            <a:cxnSpLocks/>
            <a:stCxn id="535" idx="7"/>
            <a:endCxn id="536" idx="3"/>
          </p:cNvCxnSpPr>
          <p:nvPr/>
        </p:nvCxnSpPr>
        <p:spPr>
          <a:xfrm flipV="1">
            <a:off x="549011" y="5392009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ector recto de flecha 540">
            <a:extLst>
              <a:ext uri="{FF2B5EF4-FFF2-40B4-BE49-F238E27FC236}">
                <a16:creationId xmlns:a16="http://schemas.microsoft.com/office/drawing/2014/main" id="{FDCAEDDA-030E-54E8-EC41-2D9BB837B848}"/>
              </a:ext>
            </a:extLst>
          </p:cNvPr>
          <p:cNvCxnSpPr>
            <a:cxnSpLocks/>
            <a:stCxn id="533" idx="5"/>
            <a:endCxn id="536" idx="1"/>
          </p:cNvCxnSpPr>
          <p:nvPr/>
        </p:nvCxnSpPr>
        <p:spPr>
          <a:xfrm>
            <a:off x="543896" y="4617200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ector recto de flecha 541">
            <a:extLst>
              <a:ext uri="{FF2B5EF4-FFF2-40B4-BE49-F238E27FC236}">
                <a16:creationId xmlns:a16="http://schemas.microsoft.com/office/drawing/2014/main" id="{7473095A-6119-228D-C9E8-8D6A156AD65A}"/>
              </a:ext>
            </a:extLst>
          </p:cNvPr>
          <p:cNvCxnSpPr>
            <a:cxnSpLocks/>
            <a:stCxn id="533" idx="7"/>
            <a:endCxn id="532" idx="1"/>
          </p:cNvCxnSpPr>
          <p:nvPr/>
        </p:nvCxnSpPr>
        <p:spPr>
          <a:xfrm flipV="1">
            <a:off x="543896" y="3959992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ector recto de flecha 542">
            <a:extLst>
              <a:ext uri="{FF2B5EF4-FFF2-40B4-BE49-F238E27FC236}">
                <a16:creationId xmlns:a16="http://schemas.microsoft.com/office/drawing/2014/main" id="{ADCCA5FA-A0FE-1517-495A-311157E6D9D1}"/>
              </a:ext>
            </a:extLst>
          </p:cNvPr>
          <p:cNvCxnSpPr>
            <a:cxnSpLocks/>
            <a:stCxn id="532" idx="2"/>
            <a:endCxn id="533" idx="6"/>
          </p:cNvCxnSpPr>
          <p:nvPr/>
        </p:nvCxnSpPr>
        <p:spPr>
          <a:xfrm flipH="1">
            <a:off x="605867" y="4109604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ector recto de flecha 543">
            <a:extLst>
              <a:ext uri="{FF2B5EF4-FFF2-40B4-BE49-F238E27FC236}">
                <a16:creationId xmlns:a16="http://schemas.microsoft.com/office/drawing/2014/main" id="{91005D45-D66F-8984-8992-AD7A5B007F5C}"/>
              </a:ext>
            </a:extLst>
          </p:cNvPr>
          <p:cNvCxnSpPr>
            <a:cxnSpLocks/>
            <a:stCxn id="532" idx="4"/>
            <a:endCxn id="534" idx="0"/>
          </p:cNvCxnSpPr>
          <p:nvPr/>
        </p:nvCxnSpPr>
        <p:spPr>
          <a:xfrm>
            <a:off x="1830964" y="4321187"/>
            <a:ext cx="0" cy="1977923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ector recto de flecha 544">
            <a:extLst>
              <a:ext uri="{FF2B5EF4-FFF2-40B4-BE49-F238E27FC236}">
                <a16:creationId xmlns:a16="http://schemas.microsoft.com/office/drawing/2014/main" id="{F2482281-485E-4E97-0DD0-1418DB135ED6}"/>
              </a:ext>
            </a:extLst>
          </p:cNvPr>
          <p:cNvCxnSpPr>
            <a:cxnSpLocks/>
            <a:stCxn id="532" idx="6"/>
            <a:endCxn id="536" idx="0"/>
          </p:cNvCxnSpPr>
          <p:nvPr/>
        </p:nvCxnSpPr>
        <p:spPr>
          <a:xfrm>
            <a:off x="2042547" y="4109604"/>
            <a:ext cx="627508" cy="92121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000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E7AF9-D342-9867-D69C-02DF832AD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Elipse 383">
            <a:extLst>
              <a:ext uri="{FF2B5EF4-FFF2-40B4-BE49-F238E27FC236}">
                <a16:creationId xmlns:a16="http://schemas.microsoft.com/office/drawing/2014/main" id="{D8BCC074-04B4-8B47-D75E-4E5BFF445AE3}"/>
              </a:ext>
            </a:extLst>
          </p:cNvPr>
          <p:cNvSpPr/>
          <p:nvPr/>
        </p:nvSpPr>
        <p:spPr>
          <a:xfrm>
            <a:off x="6248605" y="762619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5" name="Elipse 384">
            <a:extLst>
              <a:ext uri="{FF2B5EF4-FFF2-40B4-BE49-F238E27FC236}">
                <a16:creationId xmlns:a16="http://schemas.microsoft.com/office/drawing/2014/main" id="{E02ED5AC-D4B2-D359-D9D3-3403D0C6BCE2}"/>
              </a:ext>
            </a:extLst>
          </p:cNvPr>
          <p:cNvSpPr/>
          <p:nvPr/>
        </p:nvSpPr>
        <p:spPr>
          <a:xfrm>
            <a:off x="4811925" y="1120603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6" name="Elipse 385">
            <a:extLst>
              <a:ext uri="{FF2B5EF4-FFF2-40B4-BE49-F238E27FC236}">
                <a16:creationId xmlns:a16="http://schemas.microsoft.com/office/drawing/2014/main" id="{834C5B12-C28A-5244-0669-C4B10F6A7CE1}"/>
              </a:ext>
            </a:extLst>
          </p:cNvPr>
          <p:cNvSpPr/>
          <p:nvPr/>
        </p:nvSpPr>
        <p:spPr>
          <a:xfrm>
            <a:off x="6248605" y="3163708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7" name="Elipse 386">
            <a:extLst>
              <a:ext uri="{FF2B5EF4-FFF2-40B4-BE49-F238E27FC236}">
                <a16:creationId xmlns:a16="http://schemas.microsoft.com/office/drawing/2014/main" id="{D952ECC8-989C-BA7C-B385-0633F02DEE8C}"/>
              </a:ext>
            </a:extLst>
          </p:cNvPr>
          <p:cNvSpPr/>
          <p:nvPr/>
        </p:nvSpPr>
        <p:spPr>
          <a:xfrm>
            <a:off x="4817040" y="2776701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8" name="Elipse 387">
            <a:extLst>
              <a:ext uri="{FF2B5EF4-FFF2-40B4-BE49-F238E27FC236}">
                <a16:creationId xmlns:a16="http://schemas.microsoft.com/office/drawing/2014/main" id="{84777F89-AD30-BA9C-54D2-6418F8762791}"/>
              </a:ext>
            </a:extLst>
          </p:cNvPr>
          <p:cNvSpPr/>
          <p:nvPr/>
        </p:nvSpPr>
        <p:spPr>
          <a:xfrm>
            <a:off x="7087696" y="1895412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89" name="Conector recto de flecha 388">
            <a:extLst>
              <a:ext uri="{FF2B5EF4-FFF2-40B4-BE49-F238E27FC236}">
                <a16:creationId xmlns:a16="http://schemas.microsoft.com/office/drawing/2014/main" id="{5E51F241-0642-D90A-786F-12F5285D8B07}"/>
              </a:ext>
            </a:extLst>
          </p:cNvPr>
          <p:cNvCxnSpPr>
            <a:cxnSpLocks/>
            <a:stCxn id="388" idx="1"/>
            <a:endCxn id="384" idx="5"/>
          </p:cNvCxnSpPr>
          <p:nvPr/>
        </p:nvCxnSpPr>
        <p:spPr>
          <a:xfrm flipH="1" flipV="1">
            <a:off x="6609800" y="1123814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ector recto de flecha 389">
            <a:extLst>
              <a:ext uri="{FF2B5EF4-FFF2-40B4-BE49-F238E27FC236}">
                <a16:creationId xmlns:a16="http://schemas.microsoft.com/office/drawing/2014/main" id="{2BE00BC8-E03C-FBE2-9C70-9190DA315C7F}"/>
              </a:ext>
            </a:extLst>
          </p:cNvPr>
          <p:cNvCxnSpPr>
            <a:cxnSpLocks/>
            <a:stCxn id="388" idx="4"/>
            <a:endCxn id="386" idx="7"/>
          </p:cNvCxnSpPr>
          <p:nvPr/>
        </p:nvCxnSpPr>
        <p:spPr>
          <a:xfrm flipH="1">
            <a:off x="6609800" y="2318578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ector recto de flecha 390">
            <a:extLst>
              <a:ext uri="{FF2B5EF4-FFF2-40B4-BE49-F238E27FC236}">
                <a16:creationId xmlns:a16="http://schemas.microsoft.com/office/drawing/2014/main" id="{E3081BBA-A119-2734-B2A0-BD9E186FBFD8}"/>
              </a:ext>
            </a:extLst>
          </p:cNvPr>
          <p:cNvCxnSpPr>
            <a:cxnSpLocks/>
            <a:stCxn id="387" idx="7"/>
            <a:endCxn id="388" idx="3"/>
          </p:cNvCxnSpPr>
          <p:nvPr/>
        </p:nvCxnSpPr>
        <p:spPr>
          <a:xfrm flipV="1">
            <a:off x="5178235" y="2256607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ector recto de flecha 391">
            <a:extLst>
              <a:ext uri="{FF2B5EF4-FFF2-40B4-BE49-F238E27FC236}">
                <a16:creationId xmlns:a16="http://schemas.microsoft.com/office/drawing/2014/main" id="{AFDFACDB-C8FF-93B2-47DF-C3121B571583}"/>
              </a:ext>
            </a:extLst>
          </p:cNvPr>
          <p:cNvCxnSpPr>
            <a:cxnSpLocks/>
            <a:stCxn id="385" idx="5"/>
            <a:endCxn id="388" idx="1"/>
          </p:cNvCxnSpPr>
          <p:nvPr/>
        </p:nvCxnSpPr>
        <p:spPr>
          <a:xfrm>
            <a:off x="5173120" y="1481798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ector recto de flecha 392">
            <a:extLst>
              <a:ext uri="{FF2B5EF4-FFF2-40B4-BE49-F238E27FC236}">
                <a16:creationId xmlns:a16="http://schemas.microsoft.com/office/drawing/2014/main" id="{3F0A97B1-D000-804E-B68E-21BE6C5D8544}"/>
              </a:ext>
            </a:extLst>
          </p:cNvPr>
          <p:cNvCxnSpPr>
            <a:stCxn id="384" idx="1"/>
            <a:endCxn id="385" idx="7"/>
          </p:cNvCxnSpPr>
          <p:nvPr/>
        </p:nvCxnSpPr>
        <p:spPr>
          <a:xfrm flipH="1">
            <a:off x="5173120" y="824590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ector recto de flecha 393">
            <a:extLst>
              <a:ext uri="{FF2B5EF4-FFF2-40B4-BE49-F238E27FC236}">
                <a16:creationId xmlns:a16="http://schemas.microsoft.com/office/drawing/2014/main" id="{D86BB6F2-69CC-D7AA-2856-170C2C8BC08C}"/>
              </a:ext>
            </a:extLst>
          </p:cNvPr>
          <p:cNvCxnSpPr>
            <a:stCxn id="385" idx="6"/>
            <a:endCxn id="384" idx="2"/>
          </p:cNvCxnSpPr>
          <p:nvPr/>
        </p:nvCxnSpPr>
        <p:spPr>
          <a:xfrm flipV="1">
            <a:off x="5235091" y="974202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upo 2">
            <a:extLst>
              <a:ext uri="{FF2B5EF4-FFF2-40B4-BE49-F238E27FC236}">
                <a16:creationId xmlns:a16="http://schemas.microsoft.com/office/drawing/2014/main" id="{36A033B1-CF30-657C-F051-11088B4B6E05}"/>
              </a:ext>
            </a:extLst>
          </p:cNvPr>
          <p:cNvGrpSpPr/>
          <p:nvPr/>
        </p:nvGrpSpPr>
        <p:grpSpPr>
          <a:xfrm>
            <a:off x="1463631" y="764173"/>
            <a:ext cx="2698937" cy="2824255"/>
            <a:chOff x="1469383" y="851888"/>
            <a:chExt cx="2698937" cy="2824255"/>
          </a:xfrm>
        </p:grpSpPr>
        <p:sp>
          <p:nvSpPr>
            <p:cNvPr id="355" name="Elipse 354">
              <a:extLst>
                <a:ext uri="{FF2B5EF4-FFF2-40B4-BE49-F238E27FC236}">
                  <a16:creationId xmlns:a16="http://schemas.microsoft.com/office/drawing/2014/main" id="{472B8421-CA14-FBE9-F702-CCFD21599659}"/>
                </a:ext>
              </a:extLst>
            </p:cNvPr>
            <p:cNvSpPr/>
            <p:nvPr/>
          </p:nvSpPr>
          <p:spPr>
            <a:xfrm>
              <a:off x="2906063" y="851888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400" dirty="0">
                  <a:solidFill>
                    <a:schemeClr val="tx1"/>
                  </a:solidFill>
                </a:rPr>
                <a:t>D</a:t>
              </a:r>
              <a:endParaRPr lang="es-419" sz="2400" dirty="0">
                <a:solidFill>
                  <a:schemeClr val="tx1"/>
                </a:solidFill>
              </a:endParaRPr>
            </a:p>
          </p:txBody>
        </p:sp>
        <p:sp>
          <p:nvSpPr>
            <p:cNvPr id="356" name="Elipse 355">
              <a:extLst>
                <a:ext uri="{FF2B5EF4-FFF2-40B4-BE49-F238E27FC236}">
                  <a16:creationId xmlns:a16="http://schemas.microsoft.com/office/drawing/2014/main" id="{ABC4F668-4E26-C1A1-74FB-52DEA6AF5E5C}"/>
                </a:ext>
              </a:extLst>
            </p:cNvPr>
            <p:cNvSpPr/>
            <p:nvPr/>
          </p:nvSpPr>
          <p:spPr>
            <a:xfrm>
              <a:off x="1469383" y="1209872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400" dirty="0">
                  <a:solidFill>
                    <a:schemeClr val="tx1"/>
                  </a:solidFill>
                </a:rPr>
                <a:t>S</a:t>
              </a:r>
              <a:endParaRPr lang="es-419" sz="2400" dirty="0">
                <a:solidFill>
                  <a:schemeClr val="tx1"/>
                </a:solidFill>
              </a:endParaRPr>
            </a:p>
          </p:txBody>
        </p:sp>
        <p:sp>
          <p:nvSpPr>
            <p:cNvPr id="357" name="Elipse 356">
              <a:extLst>
                <a:ext uri="{FF2B5EF4-FFF2-40B4-BE49-F238E27FC236}">
                  <a16:creationId xmlns:a16="http://schemas.microsoft.com/office/drawing/2014/main" id="{53531593-3D3F-7868-4316-21EDB355E866}"/>
                </a:ext>
              </a:extLst>
            </p:cNvPr>
            <p:cNvSpPr/>
            <p:nvPr/>
          </p:nvSpPr>
          <p:spPr>
            <a:xfrm>
              <a:off x="2906063" y="3252977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400" dirty="0">
                  <a:solidFill>
                    <a:schemeClr val="tx1"/>
                  </a:solidFill>
                </a:rPr>
                <a:t>P</a:t>
              </a:r>
              <a:endParaRPr lang="es-419" sz="2400" dirty="0">
                <a:solidFill>
                  <a:schemeClr val="tx1"/>
                </a:solidFill>
              </a:endParaRPr>
            </a:p>
          </p:txBody>
        </p:sp>
        <p:sp>
          <p:nvSpPr>
            <p:cNvPr id="358" name="Elipse 357">
              <a:extLst>
                <a:ext uri="{FF2B5EF4-FFF2-40B4-BE49-F238E27FC236}">
                  <a16:creationId xmlns:a16="http://schemas.microsoft.com/office/drawing/2014/main" id="{24CBFFFC-DD3F-5176-15EB-452845CA0762}"/>
                </a:ext>
              </a:extLst>
            </p:cNvPr>
            <p:cNvSpPr/>
            <p:nvPr/>
          </p:nvSpPr>
          <p:spPr>
            <a:xfrm>
              <a:off x="1474498" y="2865970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400" dirty="0">
                  <a:solidFill>
                    <a:schemeClr val="tx1"/>
                  </a:solidFill>
                </a:rPr>
                <a:t>C</a:t>
              </a:r>
              <a:endParaRPr lang="es-419" sz="2400" dirty="0">
                <a:solidFill>
                  <a:schemeClr val="tx1"/>
                </a:solidFill>
              </a:endParaRPr>
            </a:p>
          </p:txBody>
        </p:sp>
        <p:sp>
          <p:nvSpPr>
            <p:cNvPr id="359" name="Elipse 358">
              <a:extLst>
                <a:ext uri="{FF2B5EF4-FFF2-40B4-BE49-F238E27FC236}">
                  <a16:creationId xmlns:a16="http://schemas.microsoft.com/office/drawing/2014/main" id="{20BF22AD-F1CD-6720-2709-4351EB8D8013}"/>
                </a:ext>
              </a:extLst>
            </p:cNvPr>
            <p:cNvSpPr/>
            <p:nvPr/>
          </p:nvSpPr>
          <p:spPr>
            <a:xfrm>
              <a:off x="3745154" y="1984681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400" dirty="0">
                  <a:solidFill>
                    <a:schemeClr val="tx1"/>
                  </a:solidFill>
                </a:rPr>
                <a:t>A</a:t>
              </a:r>
              <a:endParaRPr lang="es-419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360" name="Conector recto de flecha 359">
              <a:extLst>
                <a:ext uri="{FF2B5EF4-FFF2-40B4-BE49-F238E27FC236}">
                  <a16:creationId xmlns:a16="http://schemas.microsoft.com/office/drawing/2014/main" id="{12E2203F-C126-C13A-E50A-52416AE94931}"/>
                </a:ext>
              </a:extLst>
            </p:cNvPr>
            <p:cNvCxnSpPr>
              <a:cxnSpLocks/>
              <a:stCxn id="357" idx="1"/>
              <a:endCxn id="355" idx="3"/>
            </p:cNvCxnSpPr>
            <p:nvPr/>
          </p:nvCxnSpPr>
          <p:spPr>
            <a:xfrm flipV="1">
              <a:off x="2968034" y="1213083"/>
              <a:ext cx="0" cy="2101865"/>
            </a:xfrm>
            <a:prstGeom prst="straightConnector1">
              <a:avLst/>
            </a:prstGeom>
            <a:ln w="762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Conector recto de flecha 360">
              <a:extLst>
                <a:ext uri="{FF2B5EF4-FFF2-40B4-BE49-F238E27FC236}">
                  <a16:creationId xmlns:a16="http://schemas.microsoft.com/office/drawing/2014/main" id="{FC1A6EFE-BF72-116F-E133-EC5E4F1A70A6}"/>
                </a:ext>
              </a:extLst>
            </p:cNvPr>
            <p:cNvCxnSpPr>
              <a:cxnSpLocks/>
              <a:stCxn id="359" idx="1"/>
              <a:endCxn id="355" idx="5"/>
            </p:cNvCxnSpPr>
            <p:nvPr/>
          </p:nvCxnSpPr>
          <p:spPr>
            <a:xfrm flipH="1" flipV="1">
              <a:off x="3267258" y="1213083"/>
              <a:ext cx="539867" cy="833569"/>
            </a:xfrm>
            <a:prstGeom prst="straightConnector1">
              <a:avLst/>
            </a:prstGeom>
            <a:ln w="762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Conector recto de flecha 361">
              <a:extLst>
                <a:ext uri="{FF2B5EF4-FFF2-40B4-BE49-F238E27FC236}">
                  <a16:creationId xmlns:a16="http://schemas.microsoft.com/office/drawing/2014/main" id="{D9E1D1C2-D13C-4525-BD3F-966C80C2995B}"/>
                </a:ext>
              </a:extLst>
            </p:cNvPr>
            <p:cNvCxnSpPr>
              <a:cxnSpLocks/>
              <a:stCxn id="359" idx="4"/>
              <a:endCxn id="357" idx="7"/>
            </p:cNvCxnSpPr>
            <p:nvPr/>
          </p:nvCxnSpPr>
          <p:spPr>
            <a:xfrm flipH="1">
              <a:off x="3267258" y="2407847"/>
              <a:ext cx="689479" cy="907101"/>
            </a:xfrm>
            <a:prstGeom prst="straightConnector1">
              <a:avLst/>
            </a:prstGeom>
            <a:ln w="762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Conector recto de flecha 362">
              <a:extLst>
                <a:ext uri="{FF2B5EF4-FFF2-40B4-BE49-F238E27FC236}">
                  <a16:creationId xmlns:a16="http://schemas.microsoft.com/office/drawing/2014/main" id="{3C94D1A4-2485-162A-A6E9-8F4581A8EEF5}"/>
                </a:ext>
              </a:extLst>
            </p:cNvPr>
            <p:cNvCxnSpPr>
              <a:cxnSpLocks/>
              <a:stCxn id="358" idx="7"/>
              <a:endCxn id="359" idx="3"/>
            </p:cNvCxnSpPr>
            <p:nvPr/>
          </p:nvCxnSpPr>
          <p:spPr>
            <a:xfrm flipV="1">
              <a:off x="1835693" y="2345876"/>
              <a:ext cx="1971432" cy="582065"/>
            </a:xfrm>
            <a:prstGeom prst="straightConnector1">
              <a:avLst/>
            </a:prstGeom>
            <a:ln w="762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Conector recto de flecha 363">
              <a:extLst>
                <a:ext uri="{FF2B5EF4-FFF2-40B4-BE49-F238E27FC236}">
                  <a16:creationId xmlns:a16="http://schemas.microsoft.com/office/drawing/2014/main" id="{8F533A60-4CA4-77A8-63BA-A83FC3FB8F81}"/>
                </a:ext>
              </a:extLst>
            </p:cNvPr>
            <p:cNvCxnSpPr>
              <a:cxnSpLocks/>
              <a:stCxn id="356" idx="5"/>
              <a:endCxn id="359" idx="1"/>
            </p:cNvCxnSpPr>
            <p:nvPr/>
          </p:nvCxnSpPr>
          <p:spPr>
            <a:xfrm>
              <a:off x="1830578" y="1571067"/>
              <a:ext cx="1976547" cy="475585"/>
            </a:xfrm>
            <a:prstGeom prst="straightConnector1">
              <a:avLst/>
            </a:prstGeom>
            <a:ln w="762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ector recto de flecha 376">
              <a:extLst>
                <a:ext uri="{FF2B5EF4-FFF2-40B4-BE49-F238E27FC236}">
                  <a16:creationId xmlns:a16="http://schemas.microsoft.com/office/drawing/2014/main" id="{BA9FBDC8-F7A0-ABF2-82F2-F499546346B0}"/>
                </a:ext>
              </a:extLst>
            </p:cNvPr>
            <p:cNvCxnSpPr>
              <a:cxnSpLocks/>
              <a:stCxn id="356" idx="7"/>
              <a:endCxn id="355" idx="1"/>
            </p:cNvCxnSpPr>
            <p:nvPr/>
          </p:nvCxnSpPr>
          <p:spPr>
            <a:xfrm flipV="1">
              <a:off x="1830578" y="913859"/>
              <a:ext cx="1137456" cy="357984"/>
            </a:xfrm>
            <a:prstGeom prst="straightConnector1">
              <a:avLst/>
            </a:prstGeom>
            <a:ln w="762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Conector recto de flecha 379">
              <a:extLst>
                <a:ext uri="{FF2B5EF4-FFF2-40B4-BE49-F238E27FC236}">
                  <a16:creationId xmlns:a16="http://schemas.microsoft.com/office/drawing/2014/main" id="{6983E1C3-3C64-99C7-D3F8-EA52CB0E01A5}"/>
                </a:ext>
              </a:extLst>
            </p:cNvPr>
            <p:cNvCxnSpPr>
              <a:cxnSpLocks/>
              <a:stCxn id="355" idx="2"/>
              <a:endCxn id="356" idx="6"/>
            </p:cNvCxnSpPr>
            <p:nvPr/>
          </p:nvCxnSpPr>
          <p:spPr>
            <a:xfrm flipH="1">
              <a:off x="1892549" y="1063471"/>
              <a:ext cx="1013514" cy="357984"/>
            </a:xfrm>
            <a:prstGeom prst="straightConnector1">
              <a:avLst/>
            </a:prstGeom>
            <a:ln w="762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Conector recto de flecha 381">
              <a:extLst>
                <a:ext uri="{FF2B5EF4-FFF2-40B4-BE49-F238E27FC236}">
                  <a16:creationId xmlns:a16="http://schemas.microsoft.com/office/drawing/2014/main" id="{FD1977FA-28D6-352E-69CA-565AB6E2D855}"/>
                </a:ext>
              </a:extLst>
            </p:cNvPr>
            <p:cNvCxnSpPr>
              <a:cxnSpLocks/>
              <a:stCxn id="355" idx="4"/>
              <a:endCxn id="357" idx="0"/>
            </p:cNvCxnSpPr>
            <p:nvPr/>
          </p:nvCxnSpPr>
          <p:spPr>
            <a:xfrm>
              <a:off x="3117646" y="1275054"/>
              <a:ext cx="0" cy="1977923"/>
            </a:xfrm>
            <a:prstGeom prst="straightConnector1">
              <a:avLst/>
            </a:prstGeom>
            <a:ln w="762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Conector recto de flecha 410">
              <a:extLst>
                <a:ext uri="{FF2B5EF4-FFF2-40B4-BE49-F238E27FC236}">
                  <a16:creationId xmlns:a16="http://schemas.microsoft.com/office/drawing/2014/main" id="{860FB35A-54FB-0405-BFA4-88BD8F0851CC}"/>
                </a:ext>
              </a:extLst>
            </p:cNvPr>
            <p:cNvCxnSpPr>
              <a:stCxn id="355" idx="6"/>
              <a:endCxn id="359" idx="0"/>
            </p:cNvCxnSpPr>
            <p:nvPr/>
          </p:nvCxnSpPr>
          <p:spPr>
            <a:xfrm>
              <a:off x="3329229" y="1063471"/>
              <a:ext cx="627508" cy="921210"/>
            </a:xfrm>
            <a:prstGeom prst="straightConnector1">
              <a:avLst/>
            </a:prstGeom>
            <a:ln w="762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04BC2D1E-B63C-CB59-0AC0-DDA635F36449}"/>
              </a:ext>
            </a:extLst>
          </p:cNvPr>
          <p:cNvSpPr txBox="1"/>
          <p:nvPr/>
        </p:nvSpPr>
        <p:spPr>
          <a:xfrm>
            <a:off x="4146141" y="1595607"/>
            <a:ext cx="7256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600" dirty="0"/>
              <a:t>=</a:t>
            </a:r>
            <a:endParaRPr lang="es-419" sz="66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3074792-B0B7-14F9-8988-23CA337DAD06}"/>
              </a:ext>
            </a:extLst>
          </p:cNvPr>
          <p:cNvSpPr txBox="1"/>
          <p:nvPr/>
        </p:nvSpPr>
        <p:spPr>
          <a:xfrm>
            <a:off x="7566873" y="1556204"/>
            <a:ext cx="7256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600" dirty="0"/>
              <a:t>+</a:t>
            </a:r>
            <a:endParaRPr lang="es-419" sz="6600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24E575A-E222-4029-AFE7-ADD6F4557B54}"/>
              </a:ext>
            </a:extLst>
          </p:cNvPr>
          <p:cNvSpPr/>
          <p:nvPr/>
        </p:nvSpPr>
        <p:spPr>
          <a:xfrm>
            <a:off x="8252975" y="759408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6547895-EE63-7CBC-354A-87C104FEB364}"/>
              </a:ext>
            </a:extLst>
          </p:cNvPr>
          <p:cNvSpPr/>
          <p:nvPr/>
        </p:nvSpPr>
        <p:spPr>
          <a:xfrm>
            <a:off x="8252975" y="3160497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414106A-A62A-4F56-1508-B90C9D13F5A1}"/>
              </a:ext>
            </a:extLst>
          </p:cNvPr>
          <p:cNvSpPr/>
          <p:nvPr/>
        </p:nvSpPr>
        <p:spPr>
          <a:xfrm>
            <a:off x="9092066" y="1892201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5C6D7A13-FE08-C342-D6C7-A7225B27EFCE}"/>
              </a:ext>
            </a:extLst>
          </p:cNvPr>
          <p:cNvCxnSpPr>
            <a:cxnSpLocks/>
            <a:stCxn id="7" idx="1"/>
            <a:endCxn id="5" idx="3"/>
          </p:cNvCxnSpPr>
          <p:nvPr/>
        </p:nvCxnSpPr>
        <p:spPr>
          <a:xfrm flipV="1">
            <a:off x="8314946" y="1120603"/>
            <a:ext cx="0" cy="2101865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E24E9046-EB0F-F6C7-BAF5-788CD6392B25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>
            <a:off x="8464558" y="1182574"/>
            <a:ext cx="0" cy="1977923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45491FB4-6D1A-3EB5-33E0-4E3362C19BA6}"/>
              </a:ext>
            </a:extLst>
          </p:cNvPr>
          <p:cNvCxnSpPr>
            <a:stCxn id="5" idx="6"/>
            <a:endCxn id="9" idx="0"/>
          </p:cNvCxnSpPr>
          <p:nvPr/>
        </p:nvCxnSpPr>
        <p:spPr>
          <a:xfrm>
            <a:off x="8676141" y="970991"/>
            <a:ext cx="627508" cy="921210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39798D1-ABD2-BD31-817E-A022DCF5B38C}"/>
              </a:ext>
            </a:extLst>
          </p:cNvPr>
          <p:cNvSpPr txBox="1"/>
          <p:nvPr/>
        </p:nvSpPr>
        <p:spPr>
          <a:xfrm>
            <a:off x="9480226" y="1533644"/>
            <a:ext cx="7256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600" dirty="0"/>
              <a:t>+</a:t>
            </a:r>
            <a:endParaRPr lang="es-419" sz="66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3F28E10-A283-E189-F73F-5245B2492020}"/>
              </a:ext>
            </a:extLst>
          </p:cNvPr>
          <p:cNvSpPr txBox="1"/>
          <p:nvPr/>
        </p:nvSpPr>
        <p:spPr>
          <a:xfrm>
            <a:off x="2333934" y="146423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GCN</a:t>
            </a:r>
            <a:endParaRPr lang="es-419" sz="24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EA5D65A-881B-B46D-71AD-CE0AEF1B2063}"/>
              </a:ext>
            </a:extLst>
          </p:cNvPr>
          <p:cNvSpPr txBox="1"/>
          <p:nvPr/>
        </p:nvSpPr>
        <p:spPr>
          <a:xfrm>
            <a:off x="5581863" y="146424"/>
            <a:ext cx="1126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Shared</a:t>
            </a:r>
            <a:endParaRPr lang="es-419" sz="24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4F0D64B-01A8-92B1-1376-4F449B5E5AAF}"/>
              </a:ext>
            </a:extLst>
          </p:cNvPr>
          <p:cNvSpPr txBox="1"/>
          <p:nvPr/>
        </p:nvSpPr>
        <p:spPr>
          <a:xfrm>
            <a:off x="7825816" y="144211"/>
            <a:ext cx="1785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Moderator 1</a:t>
            </a:r>
            <a:endParaRPr lang="es-419" sz="24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511D7FF-2DFB-744E-10DA-A7F31C79A0B7}"/>
              </a:ext>
            </a:extLst>
          </p:cNvPr>
          <p:cNvSpPr txBox="1"/>
          <p:nvPr/>
        </p:nvSpPr>
        <p:spPr>
          <a:xfrm>
            <a:off x="10337208" y="144211"/>
            <a:ext cx="1785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Moderator 2</a:t>
            </a:r>
            <a:endParaRPr lang="es-419" sz="2400" dirty="0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E5A7637F-9875-7FFF-DB9E-00453B3C21BC}"/>
              </a:ext>
            </a:extLst>
          </p:cNvPr>
          <p:cNvSpPr/>
          <p:nvPr/>
        </p:nvSpPr>
        <p:spPr>
          <a:xfrm>
            <a:off x="2906063" y="3836596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214CB6C0-0FF6-E98B-F184-16B9E9C6C092}"/>
              </a:ext>
            </a:extLst>
          </p:cNvPr>
          <p:cNvSpPr/>
          <p:nvPr/>
        </p:nvSpPr>
        <p:spPr>
          <a:xfrm>
            <a:off x="1469383" y="4194580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23CCB9D0-1C02-6FA8-49C5-575C405A431C}"/>
              </a:ext>
            </a:extLst>
          </p:cNvPr>
          <p:cNvSpPr/>
          <p:nvPr/>
        </p:nvSpPr>
        <p:spPr>
          <a:xfrm>
            <a:off x="2906063" y="6237685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9F27A01B-9E8E-7E6E-6402-05E778FB5010}"/>
              </a:ext>
            </a:extLst>
          </p:cNvPr>
          <p:cNvSpPr/>
          <p:nvPr/>
        </p:nvSpPr>
        <p:spPr>
          <a:xfrm>
            <a:off x="1474498" y="5850678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A65D6427-FB89-D0C5-D602-9389B6AFEDE3}"/>
              </a:ext>
            </a:extLst>
          </p:cNvPr>
          <p:cNvSpPr/>
          <p:nvPr/>
        </p:nvSpPr>
        <p:spPr>
          <a:xfrm>
            <a:off x="3745154" y="4969389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63DC48E2-C3ED-4528-E868-BB36634F3E23}"/>
              </a:ext>
            </a:extLst>
          </p:cNvPr>
          <p:cNvCxnSpPr>
            <a:cxnSpLocks/>
            <a:stCxn id="50" idx="1"/>
            <a:endCxn id="46" idx="5"/>
          </p:cNvCxnSpPr>
          <p:nvPr/>
        </p:nvCxnSpPr>
        <p:spPr>
          <a:xfrm flipH="1" flipV="1">
            <a:off x="3267258" y="4197791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92B9BFCA-FCE1-3AFA-57E5-BD36457DA189}"/>
              </a:ext>
            </a:extLst>
          </p:cNvPr>
          <p:cNvCxnSpPr>
            <a:cxnSpLocks/>
            <a:stCxn id="50" idx="4"/>
            <a:endCxn id="48" idx="7"/>
          </p:cNvCxnSpPr>
          <p:nvPr/>
        </p:nvCxnSpPr>
        <p:spPr>
          <a:xfrm flipH="1">
            <a:off x="3267258" y="5392555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A9855877-440B-67A3-67B1-F93418F68F92}"/>
              </a:ext>
            </a:extLst>
          </p:cNvPr>
          <p:cNvCxnSpPr>
            <a:cxnSpLocks/>
            <a:stCxn id="49" idx="7"/>
            <a:endCxn id="50" idx="3"/>
          </p:cNvCxnSpPr>
          <p:nvPr/>
        </p:nvCxnSpPr>
        <p:spPr>
          <a:xfrm flipV="1">
            <a:off x="1835693" y="5330584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52BF0037-1373-5975-C3F3-D321D54F7E34}"/>
              </a:ext>
            </a:extLst>
          </p:cNvPr>
          <p:cNvCxnSpPr>
            <a:cxnSpLocks/>
            <a:stCxn id="47" idx="5"/>
            <a:endCxn id="50" idx="1"/>
          </p:cNvCxnSpPr>
          <p:nvPr/>
        </p:nvCxnSpPr>
        <p:spPr>
          <a:xfrm>
            <a:off x="1830578" y="4555775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D1106EEE-8736-F174-8F32-487EED8986A9}"/>
              </a:ext>
            </a:extLst>
          </p:cNvPr>
          <p:cNvCxnSpPr>
            <a:cxnSpLocks/>
            <a:stCxn id="49" idx="0"/>
            <a:endCxn id="47" idx="4"/>
          </p:cNvCxnSpPr>
          <p:nvPr/>
        </p:nvCxnSpPr>
        <p:spPr>
          <a:xfrm flipH="1" flipV="1">
            <a:off x="1680966" y="4617746"/>
            <a:ext cx="5115" cy="1232932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05FBD4C6-9E58-C1DC-C492-25540A90E249}"/>
              </a:ext>
            </a:extLst>
          </p:cNvPr>
          <p:cNvCxnSpPr>
            <a:cxnSpLocks/>
            <a:stCxn id="49" idx="5"/>
            <a:endCxn id="48" idx="3"/>
          </p:cNvCxnSpPr>
          <p:nvPr/>
        </p:nvCxnSpPr>
        <p:spPr>
          <a:xfrm>
            <a:off x="1835693" y="6211873"/>
            <a:ext cx="1132341" cy="38700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0CCB380E-8907-EE0E-5C66-935C03B0C771}"/>
              </a:ext>
            </a:extLst>
          </p:cNvPr>
          <p:cNvCxnSpPr>
            <a:cxnSpLocks/>
            <a:stCxn id="47" idx="7"/>
            <a:endCxn id="46" idx="1"/>
          </p:cNvCxnSpPr>
          <p:nvPr/>
        </p:nvCxnSpPr>
        <p:spPr>
          <a:xfrm flipV="1">
            <a:off x="1830578" y="3898567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1438035E-D85B-B343-B352-AFF9AC91B484}"/>
              </a:ext>
            </a:extLst>
          </p:cNvPr>
          <p:cNvCxnSpPr>
            <a:cxnSpLocks/>
            <a:stCxn id="46" idx="2"/>
            <a:endCxn id="47" idx="6"/>
          </p:cNvCxnSpPr>
          <p:nvPr/>
        </p:nvCxnSpPr>
        <p:spPr>
          <a:xfrm flipH="1">
            <a:off x="1892549" y="4048179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76D50250-AE98-1001-5863-4EE085525024}"/>
              </a:ext>
            </a:extLst>
          </p:cNvPr>
          <p:cNvCxnSpPr>
            <a:cxnSpLocks/>
            <a:stCxn id="48" idx="1"/>
            <a:endCxn id="47" idx="5"/>
          </p:cNvCxnSpPr>
          <p:nvPr/>
        </p:nvCxnSpPr>
        <p:spPr>
          <a:xfrm flipH="1" flipV="1">
            <a:off x="1830578" y="4555775"/>
            <a:ext cx="1137456" cy="1743881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F4FA2172-ABE0-848C-B036-56783F6960BF}"/>
              </a:ext>
            </a:extLst>
          </p:cNvPr>
          <p:cNvSpPr/>
          <p:nvPr/>
        </p:nvSpPr>
        <p:spPr>
          <a:xfrm>
            <a:off x="6254357" y="3835042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84E6B62F-18FB-9779-4A87-45F8651D38D3}"/>
              </a:ext>
            </a:extLst>
          </p:cNvPr>
          <p:cNvSpPr/>
          <p:nvPr/>
        </p:nvSpPr>
        <p:spPr>
          <a:xfrm>
            <a:off x="4817677" y="4193026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48" name="Elipse 447">
            <a:extLst>
              <a:ext uri="{FF2B5EF4-FFF2-40B4-BE49-F238E27FC236}">
                <a16:creationId xmlns:a16="http://schemas.microsoft.com/office/drawing/2014/main" id="{EE61F0C4-725E-81FA-C84F-CDFE6A542A21}"/>
              </a:ext>
            </a:extLst>
          </p:cNvPr>
          <p:cNvSpPr/>
          <p:nvPr/>
        </p:nvSpPr>
        <p:spPr>
          <a:xfrm>
            <a:off x="6254357" y="6236131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49" name="Elipse 448">
            <a:extLst>
              <a:ext uri="{FF2B5EF4-FFF2-40B4-BE49-F238E27FC236}">
                <a16:creationId xmlns:a16="http://schemas.microsoft.com/office/drawing/2014/main" id="{9F333ED9-8F34-8C61-5ADE-1DB2C8CFB5A5}"/>
              </a:ext>
            </a:extLst>
          </p:cNvPr>
          <p:cNvSpPr/>
          <p:nvPr/>
        </p:nvSpPr>
        <p:spPr>
          <a:xfrm>
            <a:off x="4822792" y="5849124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50" name="Elipse 449">
            <a:extLst>
              <a:ext uri="{FF2B5EF4-FFF2-40B4-BE49-F238E27FC236}">
                <a16:creationId xmlns:a16="http://schemas.microsoft.com/office/drawing/2014/main" id="{201CDFD1-F236-91F4-F8EE-4B9386D867D5}"/>
              </a:ext>
            </a:extLst>
          </p:cNvPr>
          <p:cNvSpPr/>
          <p:nvPr/>
        </p:nvSpPr>
        <p:spPr>
          <a:xfrm>
            <a:off x="7093448" y="4967835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451" name="Conector recto de flecha 450">
            <a:extLst>
              <a:ext uri="{FF2B5EF4-FFF2-40B4-BE49-F238E27FC236}">
                <a16:creationId xmlns:a16="http://schemas.microsoft.com/office/drawing/2014/main" id="{02E651C8-D0E3-149D-7C4A-44830A33D79E}"/>
              </a:ext>
            </a:extLst>
          </p:cNvPr>
          <p:cNvCxnSpPr>
            <a:cxnSpLocks/>
            <a:stCxn id="450" idx="1"/>
            <a:endCxn id="62" idx="5"/>
          </p:cNvCxnSpPr>
          <p:nvPr/>
        </p:nvCxnSpPr>
        <p:spPr>
          <a:xfrm flipH="1" flipV="1">
            <a:off x="6615552" y="4196237"/>
            <a:ext cx="539867" cy="83356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ector recto de flecha 451">
            <a:extLst>
              <a:ext uri="{FF2B5EF4-FFF2-40B4-BE49-F238E27FC236}">
                <a16:creationId xmlns:a16="http://schemas.microsoft.com/office/drawing/2014/main" id="{F5F07F3F-6D7D-969E-14D5-E564CA565277}"/>
              </a:ext>
            </a:extLst>
          </p:cNvPr>
          <p:cNvCxnSpPr>
            <a:cxnSpLocks/>
            <a:stCxn id="450" idx="4"/>
            <a:endCxn id="448" idx="7"/>
          </p:cNvCxnSpPr>
          <p:nvPr/>
        </p:nvCxnSpPr>
        <p:spPr>
          <a:xfrm flipH="1">
            <a:off x="6615552" y="5391001"/>
            <a:ext cx="689479" cy="90710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ector recto de flecha 452">
            <a:extLst>
              <a:ext uri="{FF2B5EF4-FFF2-40B4-BE49-F238E27FC236}">
                <a16:creationId xmlns:a16="http://schemas.microsoft.com/office/drawing/2014/main" id="{847F8391-C097-ADDD-851B-8E80585FE856}"/>
              </a:ext>
            </a:extLst>
          </p:cNvPr>
          <p:cNvCxnSpPr>
            <a:cxnSpLocks/>
            <a:stCxn id="449" idx="7"/>
            <a:endCxn id="450" idx="3"/>
          </p:cNvCxnSpPr>
          <p:nvPr/>
        </p:nvCxnSpPr>
        <p:spPr>
          <a:xfrm flipV="1">
            <a:off x="5183987" y="5329030"/>
            <a:ext cx="1971432" cy="5820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ector recto de flecha 453">
            <a:extLst>
              <a:ext uri="{FF2B5EF4-FFF2-40B4-BE49-F238E27FC236}">
                <a16:creationId xmlns:a16="http://schemas.microsoft.com/office/drawing/2014/main" id="{F33DEA5F-80C1-46A7-D921-86B6CE602FEE}"/>
              </a:ext>
            </a:extLst>
          </p:cNvPr>
          <p:cNvCxnSpPr>
            <a:cxnSpLocks/>
            <a:stCxn id="63" idx="5"/>
            <a:endCxn id="450" idx="1"/>
          </p:cNvCxnSpPr>
          <p:nvPr/>
        </p:nvCxnSpPr>
        <p:spPr>
          <a:xfrm>
            <a:off x="5178872" y="4554221"/>
            <a:ext cx="1976547" cy="47558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ector recto de flecha 454">
            <a:extLst>
              <a:ext uri="{FF2B5EF4-FFF2-40B4-BE49-F238E27FC236}">
                <a16:creationId xmlns:a16="http://schemas.microsoft.com/office/drawing/2014/main" id="{623E4312-6F19-07E5-777D-C20564031A00}"/>
              </a:ext>
            </a:extLst>
          </p:cNvPr>
          <p:cNvCxnSpPr>
            <a:stCxn id="62" idx="1"/>
            <a:endCxn id="63" idx="7"/>
          </p:cNvCxnSpPr>
          <p:nvPr/>
        </p:nvCxnSpPr>
        <p:spPr>
          <a:xfrm flipH="1">
            <a:off x="5178872" y="3897013"/>
            <a:ext cx="1137456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ector recto de flecha 455">
            <a:extLst>
              <a:ext uri="{FF2B5EF4-FFF2-40B4-BE49-F238E27FC236}">
                <a16:creationId xmlns:a16="http://schemas.microsoft.com/office/drawing/2014/main" id="{FF6C5A44-F568-C2D7-C39B-EEC981725DEA}"/>
              </a:ext>
            </a:extLst>
          </p:cNvPr>
          <p:cNvCxnSpPr>
            <a:stCxn id="63" idx="6"/>
            <a:endCxn id="62" idx="2"/>
          </p:cNvCxnSpPr>
          <p:nvPr/>
        </p:nvCxnSpPr>
        <p:spPr>
          <a:xfrm flipV="1">
            <a:off x="5240843" y="4046625"/>
            <a:ext cx="1013514" cy="3579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7" name="Elipse 456">
            <a:extLst>
              <a:ext uri="{FF2B5EF4-FFF2-40B4-BE49-F238E27FC236}">
                <a16:creationId xmlns:a16="http://schemas.microsoft.com/office/drawing/2014/main" id="{33CB786E-62B6-C114-8856-5974B7DDCFDA}"/>
              </a:ext>
            </a:extLst>
          </p:cNvPr>
          <p:cNvSpPr/>
          <p:nvPr/>
        </p:nvSpPr>
        <p:spPr>
          <a:xfrm>
            <a:off x="10254168" y="4030753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58" name="Elipse 457">
            <a:extLst>
              <a:ext uri="{FF2B5EF4-FFF2-40B4-BE49-F238E27FC236}">
                <a16:creationId xmlns:a16="http://schemas.microsoft.com/office/drawing/2014/main" id="{4B3BF7A3-D685-BD27-C344-853A872E88F4}"/>
              </a:ext>
            </a:extLst>
          </p:cNvPr>
          <p:cNvSpPr/>
          <p:nvPr/>
        </p:nvSpPr>
        <p:spPr>
          <a:xfrm>
            <a:off x="11690848" y="6073858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59" name="Elipse 458">
            <a:extLst>
              <a:ext uri="{FF2B5EF4-FFF2-40B4-BE49-F238E27FC236}">
                <a16:creationId xmlns:a16="http://schemas.microsoft.com/office/drawing/2014/main" id="{2EDCE5FA-BCEA-9FB7-B974-1B476D4F7D6E}"/>
              </a:ext>
            </a:extLst>
          </p:cNvPr>
          <p:cNvSpPr/>
          <p:nvPr/>
        </p:nvSpPr>
        <p:spPr>
          <a:xfrm>
            <a:off x="10259283" y="5686851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460" name="Conector recto de flecha 459">
            <a:extLst>
              <a:ext uri="{FF2B5EF4-FFF2-40B4-BE49-F238E27FC236}">
                <a16:creationId xmlns:a16="http://schemas.microsoft.com/office/drawing/2014/main" id="{B8643180-5002-1A41-3C16-663BFD942D21}"/>
              </a:ext>
            </a:extLst>
          </p:cNvPr>
          <p:cNvCxnSpPr>
            <a:cxnSpLocks/>
            <a:stCxn id="459" idx="0"/>
            <a:endCxn id="457" idx="4"/>
          </p:cNvCxnSpPr>
          <p:nvPr/>
        </p:nvCxnSpPr>
        <p:spPr>
          <a:xfrm flipH="1" flipV="1">
            <a:off x="10465751" y="4453919"/>
            <a:ext cx="5115" cy="1232932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ector recto de flecha 460">
            <a:extLst>
              <a:ext uri="{FF2B5EF4-FFF2-40B4-BE49-F238E27FC236}">
                <a16:creationId xmlns:a16="http://schemas.microsoft.com/office/drawing/2014/main" id="{C7B68777-DE78-65C9-F0FF-845B58A1A292}"/>
              </a:ext>
            </a:extLst>
          </p:cNvPr>
          <p:cNvCxnSpPr>
            <a:cxnSpLocks/>
          </p:cNvCxnSpPr>
          <p:nvPr/>
        </p:nvCxnSpPr>
        <p:spPr>
          <a:xfrm>
            <a:off x="10601207" y="5998641"/>
            <a:ext cx="1269061" cy="457474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ector recto de flecha 461">
            <a:extLst>
              <a:ext uri="{FF2B5EF4-FFF2-40B4-BE49-F238E27FC236}">
                <a16:creationId xmlns:a16="http://schemas.microsoft.com/office/drawing/2014/main" id="{E5C30F2D-B31C-D7F6-107C-C082CA7341CA}"/>
              </a:ext>
            </a:extLst>
          </p:cNvPr>
          <p:cNvCxnSpPr>
            <a:stCxn id="458" idx="1"/>
            <a:endCxn id="457" idx="5"/>
          </p:cNvCxnSpPr>
          <p:nvPr/>
        </p:nvCxnSpPr>
        <p:spPr>
          <a:xfrm flipH="1" flipV="1">
            <a:off x="10615363" y="4391948"/>
            <a:ext cx="1137456" cy="1743881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ector recto de flecha 462">
            <a:extLst>
              <a:ext uri="{FF2B5EF4-FFF2-40B4-BE49-F238E27FC236}">
                <a16:creationId xmlns:a16="http://schemas.microsoft.com/office/drawing/2014/main" id="{01D8CD4E-959F-3B32-D06D-369E5FB6115F}"/>
              </a:ext>
            </a:extLst>
          </p:cNvPr>
          <p:cNvCxnSpPr>
            <a:cxnSpLocks/>
            <a:stCxn id="48" idx="1"/>
          </p:cNvCxnSpPr>
          <p:nvPr/>
        </p:nvCxnSpPr>
        <p:spPr>
          <a:xfrm flipH="1" flipV="1">
            <a:off x="1832482" y="5905086"/>
            <a:ext cx="1135552" cy="39457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ector recto de flecha 463">
            <a:extLst>
              <a:ext uri="{FF2B5EF4-FFF2-40B4-BE49-F238E27FC236}">
                <a16:creationId xmlns:a16="http://schemas.microsoft.com/office/drawing/2014/main" id="{E5986CC8-0386-1FAF-18B0-6D96ABC8EFF1}"/>
              </a:ext>
            </a:extLst>
          </p:cNvPr>
          <p:cNvCxnSpPr>
            <a:stCxn id="458" idx="1"/>
            <a:endCxn id="459" idx="7"/>
          </p:cNvCxnSpPr>
          <p:nvPr/>
        </p:nvCxnSpPr>
        <p:spPr>
          <a:xfrm flipH="1" flipV="1">
            <a:off x="10620478" y="5748822"/>
            <a:ext cx="1132341" cy="38700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6" name="CuadroTexto 465">
            <a:extLst>
              <a:ext uri="{FF2B5EF4-FFF2-40B4-BE49-F238E27FC236}">
                <a16:creationId xmlns:a16="http://schemas.microsoft.com/office/drawing/2014/main" id="{CC546AD8-27B2-DCA0-1363-7A4E6B9229B2}"/>
              </a:ext>
            </a:extLst>
          </p:cNvPr>
          <p:cNvSpPr txBox="1"/>
          <p:nvPr/>
        </p:nvSpPr>
        <p:spPr>
          <a:xfrm>
            <a:off x="4151893" y="4668030"/>
            <a:ext cx="7256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600" dirty="0"/>
              <a:t>=</a:t>
            </a:r>
            <a:endParaRPr lang="es-419" sz="6600" dirty="0"/>
          </a:p>
        </p:txBody>
      </p:sp>
      <p:sp>
        <p:nvSpPr>
          <p:cNvPr id="467" name="CuadroTexto 466">
            <a:extLst>
              <a:ext uri="{FF2B5EF4-FFF2-40B4-BE49-F238E27FC236}">
                <a16:creationId xmlns:a16="http://schemas.microsoft.com/office/drawing/2014/main" id="{1013DC5D-02A7-5660-0015-4EA2B8D4FEC8}"/>
              </a:ext>
            </a:extLst>
          </p:cNvPr>
          <p:cNvSpPr txBox="1"/>
          <p:nvPr/>
        </p:nvSpPr>
        <p:spPr>
          <a:xfrm>
            <a:off x="7572625" y="4628627"/>
            <a:ext cx="7256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600" dirty="0"/>
              <a:t>+</a:t>
            </a:r>
            <a:endParaRPr lang="es-419" sz="6600" dirty="0"/>
          </a:p>
        </p:txBody>
      </p:sp>
      <p:sp>
        <p:nvSpPr>
          <p:cNvPr id="547" name="CuadroTexto 546">
            <a:extLst>
              <a:ext uri="{FF2B5EF4-FFF2-40B4-BE49-F238E27FC236}">
                <a16:creationId xmlns:a16="http://schemas.microsoft.com/office/drawing/2014/main" id="{FE19137B-8B6D-D0D9-A04F-1A39E2FF8C1E}"/>
              </a:ext>
            </a:extLst>
          </p:cNvPr>
          <p:cNvSpPr txBox="1"/>
          <p:nvPr/>
        </p:nvSpPr>
        <p:spPr>
          <a:xfrm>
            <a:off x="9516262" y="4511766"/>
            <a:ext cx="7256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600" dirty="0"/>
              <a:t>+</a:t>
            </a:r>
            <a:endParaRPr lang="es-419" sz="6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9" name="CuadroTexto 548">
                <a:extLst>
                  <a:ext uri="{FF2B5EF4-FFF2-40B4-BE49-F238E27FC236}">
                    <a16:creationId xmlns:a16="http://schemas.microsoft.com/office/drawing/2014/main" id="{10E6FB50-9928-F26B-D42E-82ED81E57552}"/>
                  </a:ext>
                </a:extLst>
              </p:cNvPr>
              <p:cNvSpPr txBox="1"/>
              <p:nvPr/>
            </p:nvSpPr>
            <p:spPr>
              <a:xfrm>
                <a:off x="-5752" y="1748767"/>
                <a:ext cx="151558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2200" dirty="0"/>
                  <a:t>Subj. 1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MX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1,0</m:t>
                          </m:r>
                        </m:e>
                      </m:d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s-419" sz="2200" dirty="0"/>
              </a:p>
            </p:txBody>
          </p:sp>
        </mc:Choice>
        <mc:Fallback>
          <p:sp>
            <p:nvSpPr>
              <p:cNvPr id="549" name="CuadroTexto 548">
                <a:extLst>
                  <a:ext uri="{FF2B5EF4-FFF2-40B4-BE49-F238E27FC236}">
                    <a16:creationId xmlns:a16="http://schemas.microsoft.com/office/drawing/2014/main" id="{10E6FB50-9928-F26B-D42E-82ED81E57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52" y="1748767"/>
                <a:ext cx="1515583" cy="769441"/>
              </a:xfrm>
              <a:prstGeom prst="rect">
                <a:avLst/>
              </a:prstGeom>
              <a:blipFill>
                <a:blip r:embed="rId2"/>
                <a:stretch>
                  <a:fillRect t="-5556" r="-803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AF74DBF-ABAD-7596-E2C6-0310C7B1B163}"/>
                  </a:ext>
                </a:extLst>
              </p:cNvPr>
              <p:cNvSpPr txBox="1"/>
              <p:nvPr/>
            </p:nvSpPr>
            <p:spPr>
              <a:xfrm>
                <a:off x="-15215" y="4837307"/>
                <a:ext cx="151558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2200" dirty="0"/>
                  <a:t>Subj. 2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MX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s-419" sz="22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AF74DBF-ABAD-7596-E2C6-0310C7B1B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215" y="4837307"/>
                <a:ext cx="1515583" cy="769441"/>
              </a:xfrm>
              <a:prstGeom prst="rect">
                <a:avLst/>
              </a:prstGeom>
              <a:blipFill>
                <a:blip r:embed="rId3"/>
                <a:stretch>
                  <a:fillRect l="-403" t="-5556" r="-1613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lipse 7">
            <a:extLst>
              <a:ext uri="{FF2B5EF4-FFF2-40B4-BE49-F238E27FC236}">
                <a16:creationId xmlns:a16="http://schemas.microsoft.com/office/drawing/2014/main" id="{279F2F67-200D-2FA6-87E8-2C343C10C5E8}"/>
              </a:ext>
            </a:extLst>
          </p:cNvPr>
          <p:cNvSpPr/>
          <p:nvPr/>
        </p:nvSpPr>
        <p:spPr>
          <a:xfrm>
            <a:off x="10248416" y="1131518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5714DF3-D2DF-9B2C-BB34-26C4797CA312}"/>
              </a:ext>
            </a:extLst>
          </p:cNvPr>
          <p:cNvSpPr/>
          <p:nvPr/>
        </p:nvSpPr>
        <p:spPr>
          <a:xfrm>
            <a:off x="11685096" y="3174623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FDDFD38-0AAD-B5D5-41D6-B141CDAE7711}"/>
              </a:ext>
            </a:extLst>
          </p:cNvPr>
          <p:cNvSpPr/>
          <p:nvPr/>
        </p:nvSpPr>
        <p:spPr>
          <a:xfrm>
            <a:off x="10253531" y="2787616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F59CB928-6A0E-4989-9CFE-CC1D749402EF}"/>
              </a:ext>
            </a:extLst>
          </p:cNvPr>
          <p:cNvSpPr/>
          <p:nvPr/>
        </p:nvSpPr>
        <p:spPr>
          <a:xfrm>
            <a:off x="8258727" y="3831831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A145DAA-AF62-B2F9-C7D3-BC4452461799}"/>
              </a:ext>
            </a:extLst>
          </p:cNvPr>
          <p:cNvSpPr/>
          <p:nvPr/>
        </p:nvSpPr>
        <p:spPr>
          <a:xfrm>
            <a:off x="8258727" y="6232920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D924DD5B-48DF-495A-1B1F-82472F9E63E1}"/>
              </a:ext>
            </a:extLst>
          </p:cNvPr>
          <p:cNvSpPr/>
          <p:nvPr/>
        </p:nvSpPr>
        <p:spPr>
          <a:xfrm>
            <a:off x="9097818" y="4964624"/>
            <a:ext cx="423166" cy="42316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149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33C4A-6CDE-A577-1632-D291324D1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Elipse 354">
            <a:extLst>
              <a:ext uri="{FF2B5EF4-FFF2-40B4-BE49-F238E27FC236}">
                <a16:creationId xmlns:a16="http://schemas.microsoft.com/office/drawing/2014/main" id="{60C16D00-C8BD-33FF-9678-C9D53CA2D9CD}"/>
              </a:ext>
            </a:extLst>
          </p:cNvPr>
          <p:cNvSpPr/>
          <p:nvPr/>
        </p:nvSpPr>
        <p:spPr>
          <a:xfrm>
            <a:off x="2453068" y="955959"/>
            <a:ext cx="351991" cy="35199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6" name="Elipse 355">
            <a:extLst>
              <a:ext uri="{FF2B5EF4-FFF2-40B4-BE49-F238E27FC236}">
                <a16:creationId xmlns:a16="http://schemas.microsoft.com/office/drawing/2014/main" id="{9C0020DE-9A80-4924-A993-26175729E5C6}"/>
              </a:ext>
            </a:extLst>
          </p:cNvPr>
          <p:cNvSpPr/>
          <p:nvPr/>
        </p:nvSpPr>
        <p:spPr>
          <a:xfrm>
            <a:off x="1258032" y="1253731"/>
            <a:ext cx="351991" cy="35199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7" name="Elipse 356">
            <a:extLst>
              <a:ext uri="{FF2B5EF4-FFF2-40B4-BE49-F238E27FC236}">
                <a16:creationId xmlns:a16="http://schemas.microsoft.com/office/drawing/2014/main" id="{0E045242-B9A6-67D1-1B59-2AAB1CE1A200}"/>
              </a:ext>
            </a:extLst>
          </p:cNvPr>
          <p:cNvSpPr/>
          <p:nvPr/>
        </p:nvSpPr>
        <p:spPr>
          <a:xfrm>
            <a:off x="2453068" y="2953194"/>
            <a:ext cx="351991" cy="35199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8" name="Elipse 357">
            <a:extLst>
              <a:ext uri="{FF2B5EF4-FFF2-40B4-BE49-F238E27FC236}">
                <a16:creationId xmlns:a16="http://schemas.microsoft.com/office/drawing/2014/main" id="{4CCAA837-765E-7069-3827-A2E92CDF467A}"/>
              </a:ext>
            </a:extLst>
          </p:cNvPr>
          <p:cNvSpPr/>
          <p:nvPr/>
        </p:nvSpPr>
        <p:spPr>
          <a:xfrm>
            <a:off x="1262287" y="2631280"/>
            <a:ext cx="351991" cy="35199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9" name="Elipse 358">
            <a:extLst>
              <a:ext uri="{FF2B5EF4-FFF2-40B4-BE49-F238E27FC236}">
                <a16:creationId xmlns:a16="http://schemas.microsoft.com/office/drawing/2014/main" id="{044DB1E2-346A-A5F4-33A4-C8F95F4BA739}"/>
              </a:ext>
            </a:extLst>
          </p:cNvPr>
          <p:cNvSpPr/>
          <p:nvPr/>
        </p:nvSpPr>
        <p:spPr>
          <a:xfrm>
            <a:off x="3151027" y="1898221"/>
            <a:ext cx="351991" cy="35199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60" name="Conector recto de flecha 359">
            <a:extLst>
              <a:ext uri="{FF2B5EF4-FFF2-40B4-BE49-F238E27FC236}">
                <a16:creationId xmlns:a16="http://schemas.microsoft.com/office/drawing/2014/main" id="{D624930D-BDCE-6B8B-06AD-0976B84F85F8}"/>
              </a:ext>
            </a:extLst>
          </p:cNvPr>
          <p:cNvCxnSpPr>
            <a:cxnSpLocks/>
            <a:stCxn id="357" idx="1"/>
            <a:endCxn id="355" idx="3"/>
          </p:cNvCxnSpPr>
          <p:nvPr/>
        </p:nvCxnSpPr>
        <p:spPr>
          <a:xfrm flipV="1">
            <a:off x="2504616" y="1256402"/>
            <a:ext cx="0" cy="1748339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ector recto de flecha 360">
            <a:extLst>
              <a:ext uri="{FF2B5EF4-FFF2-40B4-BE49-F238E27FC236}">
                <a16:creationId xmlns:a16="http://schemas.microsoft.com/office/drawing/2014/main" id="{02D5911F-4997-C812-0649-30BBE38B1AA4}"/>
              </a:ext>
            </a:extLst>
          </p:cNvPr>
          <p:cNvCxnSpPr>
            <a:cxnSpLocks/>
            <a:stCxn id="359" idx="1"/>
            <a:endCxn id="355" idx="5"/>
          </p:cNvCxnSpPr>
          <p:nvPr/>
        </p:nvCxnSpPr>
        <p:spPr>
          <a:xfrm flipH="1" flipV="1">
            <a:off x="2753511" y="1256402"/>
            <a:ext cx="449063" cy="693366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ector recto de flecha 361">
            <a:extLst>
              <a:ext uri="{FF2B5EF4-FFF2-40B4-BE49-F238E27FC236}">
                <a16:creationId xmlns:a16="http://schemas.microsoft.com/office/drawing/2014/main" id="{EF689BB1-E1D8-9FCF-76FD-F5F203CEEC4C}"/>
              </a:ext>
            </a:extLst>
          </p:cNvPr>
          <p:cNvCxnSpPr>
            <a:cxnSpLocks/>
            <a:stCxn id="359" idx="4"/>
            <a:endCxn id="357" idx="7"/>
          </p:cNvCxnSpPr>
          <p:nvPr/>
        </p:nvCxnSpPr>
        <p:spPr>
          <a:xfrm flipH="1">
            <a:off x="2753511" y="2250212"/>
            <a:ext cx="573511" cy="75453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ector recto de flecha 362">
            <a:extLst>
              <a:ext uri="{FF2B5EF4-FFF2-40B4-BE49-F238E27FC236}">
                <a16:creationId xmlns:a16="http://schemas.microsoft.com/office/drawing/2014/main" id="{6B4BD261-0EF3-FB74-C06F-6749CFA4B1D1}"/>
              </a:ext>
            </a:extLst>
          </p:cNvPr>
          <p:cNvCxnSpPr>
            <a:cxnSpLocks/>
            <a:stCxn id="358" idx="7"/>
            <a:endCxn id="359" idx="3"/>
          </p:cNvCxnSpPr>
          <p:nvPr/>
        </p:nvCxnSpPr>
        <p:spPr>
          <a:xfrm flipV="1">
            <a:off x="1562730" y="2198664"/>
            <a:ext cx="1639845" cy="48416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ector recto de flecha 363">
            <a:extLst>
              <a:ext uri="{FF2B5EF4-FFF2-40B4-BE49-F238E27FC236}">
                <a16:creationId xmlns:a16="http://schemas.microsoft.com/office/drawing/2014/main" id="{DADD0545-D7B5-BCD8-D9B4-82403263B3CC}"/>
              </a:ext>
            </a:extLst>
          </p:cNvPr>
          <p:cNvCxnSpPr>
            <a:cxnSpLocks/>
            <a:stCxn id="356" idx="5"/>
            <a:endCxn id="359" idx="1"/>
          </p:cNvCxnSpPr>
          <p:nvPr/>
        </p:nvCxnSpPr>
        <p:spPr>
          <a:xfrm>
            <a:off x="1558475" y="1554175"/>
            <a:ext cx="1644099" cy="395593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ector recto de flecha 376">
            <a:extLst>
              <a:ext uri="{FF2B5EF4-FFF2-40B4-BE49-F238E27FC236}">
                <a16:creationId xmlns:a16="http://schemas.microsoft.com/office/drawing/2014/main" id="{041CD616-B017-6AE7-44CA-064536CD0035}"/>
              </a:ext>
            </a:extLst>
          </p:cNvPr>
          <p:cNvCxnSpPr>
            <a:cxnSpLocks/>
            <a:stCxn id="356" idx="7"/>
            <a:endCxn id="355" idx="1"/>
          </p:cNvCxnSpPr>
          <p:nvPr/>
        </p:nvCxnSpPr>
        <p:spPr>
          <a:xfrm flipV="1">
            <a:off x="1558475" y="1007507"/>
            <a:ext cx="946140" cy="297772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ector recto de flecha 379">
            <a:extLst>
              <a:ext uri="{FF2B5EF4-FFF2-40B4-BE49-F238E27FC236}">
                <a16:creationId xmlns:a16="http://schemas.microsoft.com/office/drawing/2014/main" id="{4D136724-45C4-9ABA-E17E-D9FBF2B95E18}"/>
              </a:ext>
            </a:extLst>
          </p:cNvPr>
          <p:cNvCxnSpPr>
            <a:cxnSpLocks/>
            <a:stCxn id="355" idx="2"/>
            <a:endCxn id="356" idx="6"/>
          </p:cNvCxnSpPr>
          <p:nvPr/>
        </p:nvCxnSpPr>
        <p:spPr>
          <a:xfrm flipH="1">
            <a:off x="1610023" y="1131955"/>
            <a:ext cx="843045" cy="297772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ector recto de flecha 381">
            <a:extLst>
              <a:ext uri="{FF2B5EF4-FFF2-40B4-BE49-F238E27FC236}">
                <a16:creationId xmlns:a16="http://schemas.microsoft.com/office/drawing/2014/main" id="{4B74BFE1-5833-4F21-3841-21D5EFABE9E8}"/>
              </a:ext>
            </a:extLst>
          </p:cNvPr>
          <p:cNvCxnSpPr>
            <a:cxnSpLocks/>
            <a:stCxn id="355" idx="4"/>
            <a:endCxn id="357" idx="0"/>
          </p:cNvCxnSpPr>
          <p:nvPr/>
        </p:nvCxnSpPr>
        <p:spPr>
          <a:xfrm>
            <a:off x="2629063" y="1307950"/>
            <a:ext cx="0" cy="1645244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ector recto de flecha 410">
            <a:extLst>
              <a:ext uri="{FF2B5EF4-FFF2-40B4-BE49-F238E27FC236}">
                <a16:creationId xmlns:a16="http://schemas.microsoft.com/office/drawing/2014/main" id="{4ABA7B07-FF8E-F68F-80B6-7D496396EE31}"/>
              </a:ext>
            </a:extLst>
          </p:cNvPr>
          <p:cNvCxnSpPr>
            <a:stCxn id="355" idx="6"/>
            <a:endCxn id="359" idx="0"/>
          </p:cNvCxnSpPr>
          <p:nvPr/>
        </p:nvCxnSpPr>
        <p:spPr>
          <a:xfrm>
            <a:off x="2805059" y="1131955"/>
            <a:ext cx="521964" cy="766266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4F5A69E1-5EAF-FB04-B2FC-A06C95467D00}"/>
              </a:ext>
            </a:extLst>
          </p:cNvPr>
          <p:cNvSpPr txBox="1"/>
          <p:nvPr/>
        </p:nvSpPr>
        <p:spPr>
          <a:xfrm>
            <a:off x="3493087" y="1664987"/>
            <a:ext cx="7256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/>
              <a:t>=</a:t>
            </a:r>
            <a:endParaRPr lang="es-419" sz="4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280616B-19A8-23FA-C8AC-8EA38897C8E0}"/>
              </a:ext>
            </a:extLst>
          </p:cNvPr>
          <p:cNvSpPr txBox="1"/>
          <p:nvPr/>
        </p:nvSpPr>
        <p:spPr>
          <a:xfrm>
            <a:off x="6138946" y="1726159"/>
            <a:ext cx="7256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/>
              <a:t>+</a:t>
            </a:r>
            <a:endParaRPr lang="es-419" sz="48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E52FF52-5893-925B-BDEC-BED95CD1860A}"/>
              </a:ext>
            </a:extLst>
          </p:cNvPr>
          <p:cNvSpPr txBox="1"/>
          <p:nvPr/>
        </p:nvSpPr>
        <p:spPr>
          <a:xfrm>
            <a:off x="7653743" y="1741838"/>
            <a:ext cx="7256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/>
              <a:t>+</a:t>
            </a:r>
            <a:endParaRPr lang="es-419" sz="48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F4E0F32-E669-2DB7-C1C7-C34F3A0B74B3}"/>
              </a:ext>
            </a:extLst>
          </p:cNvPr>
          <p:cNvSpPr txBox="1"/>
          <p:nvPr/>
        </p:nvSpPr>
        <p:spPr>
          <a:xfrm>
            <a:off x="2128334" y="338208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GNC</a:t>
            </a:r>
            <a:endParaRPr lang="es-419" sz="24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BAA105B-D33E-7EE9-8B01-E827EC7D5893}"/>
              </a:ext>
            </a:extLst>
          </p:cNvPr>
          <p:cNvSpPr txBox="1"/>
          <p:nvPr/>
        </p:nvSpPr>
        <p:spPr>
          <a:xfrm>
            <a:off x="3832921" y="360355"/>
            <a:ext cx="2430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Shared Structure</a:t>
            </a:r>
            <a:endParaRPr lang="es-419" sz="24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FF7D801-C31B-5FA7-73CA-F2693FE17D7F}"/>
              </a:ext>
            </a:extLst>
          </p:cNvPr>
          <p:cNvSpPr txBox="1"/>
          <p:nvPr/>
        </p:nvSpPr>
        <p:spPr>
          <a:xfrm>
            <a:off x="6542021" y="361780"/>
            <a:ext cx="1087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Mod. 1</a:t>
            </a:r>
            <a:endParaRPr lang="es-419" sz="24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BF65976-9FBE-390E-628C-1635360EFD87}"/>
              </a:ext>
            </a:extLst>
          </p:cNvPr>
          <p:cNvSpPr txBox="1"/>
          <p:nvPr/>
        </p:nvSpPr>
        <p:spPr>
          <a:xfrm>
            <a:off x="8240966" y="365363"/>
            <a:ext cx="1087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Mod. 2</a:t>
            </a:r>
            <a:endParaRPr lang="es-419" sz="2400" dirty="0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A0121177-2579-290C-0800-E441B8A4F8B9}"/>
              </a:ext>
            </a:extLst>
          </p:cNvPr>
          <p:cNvSpPr/>
          <p:nvPr/>
        </p:nvSpPr>
        <p:spPr>
          <a:xfrm>
            <a:off x="2483858" y="4094411"/>
            <a:ext cx="356325" cy="3563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C338BF22-DB3B-A741-9D10-679D443933C1}"/>
              </a:ext>
            </a:extLst>
          </p:cNvPr>
          <p:cNvSpPr/>
          <p:nvPr/>
        </p:nvSpPr>
        <p:spPr>
          <a:xfrm>
            <a:off x="1274107" y="4395850"/>
            <a:ext cx="356325" cy="3563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EE70FFA0-305C-DCFB-869D-FBA9096B4FEE}"/>
              </a:ext>
            </a:extLst>
          </p:cNvPr>
          <p:cNvSpPr/>
          <p:nvPr/>
        </p:nvSpPr>
        <p:spPr>
          <a:xfrm>
            <a:off x="2483858" y="6116240"/>
            <a:ext cx="356325" cy="3563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99B433FA-DE70-8605-F7DD-B52EB31FC79A}"/>
              </a:ext>
            </a:extLst>
          </p:cNvPr>
          <p:cNvSpPr/>
          <p:nvPr/>
        </p:nvSpPr>
        <p:spPr>
          <a:xfrm>
            <a:off x="1278414" y="5790362"/>
            <a:ext cx="356325" cy="3563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B00CEB22-DDBE-B0F1-D687-DBC744E831AD}"/>
              </a:ext>
            </a:extLst>
          </p:cNvPr>
          <p:cNvSpPr/>
          <p:nvPr/>
        </p:nvSpPr>
        <p:spPr>
          <a:xfrm>
            <a:off x="3190412" y="5048275"/>
            <a:ext cx="356325" cy="3563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7C5D2923-EFE1-B5D4-F244-8DCD92F7B79A}"/>
              </a:ext>
            </a:extLst>
          </p:cNvPr>
          <p:cNvCxnSpPr>
            <a:cxnSpLocks/>
            <a:stCxn id="50" idx="1"/>
            <a:endCxn id="46" idx="5"/>
          </p:cNvCxnSpPr>
          <p:nvPr/>
        </p:nvCxnSpPr>
        <p:spPr>
          <a:xfrm flipH="1" flipV="1">
            <a:off x="2788001" y="4398554"/>
            <a:ext cx="454593" cy="70190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859E182E-F86E-3830-4568-D5F921556331}"/>
              </a:ext>
            </a:extLst>
          </p:cNvPr>
          <p:cNvCxnSpPr>
            <a:cxnSpLocks/>
            <a:stCxn id="50" idx="3"/>
            <a:endCxn id="48" idx="0"/>
          </p:cNvCxnSpPr>
          <p:nvPr/>
        </p:nvCxnSpPr>
        <p:spPr>
          <a:xfrm flipH="1">
            <a:off x="2662021" y="5352417"/>
            <a:ext cx="580574" cy="763823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707D89B1-CFC4-94BD-693E-E76C65A9ADAB}"/>
              </a:ext>
            </a:extLst>
          </p:cNvPr>
          <p:cNvCxnSpPr>
            <a:cxnSpLocks/>
            <a:stCxn id="49" idx="6"/>
            <a:endCxn id="50" idx="3"/>
          </p:cNvCxnSpPr>
          <p:nvPr/>
        </p:nvCxnSpPr>
        <p:spPr>
          <a:xfrm flipV="1">
            <a:off x="1634739" y="5352417"/>
            <a:ext cx="1607856" cy="616108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73D6B619-1D75-EA6D-9E46-04766CEB26F5}"/>
              </a:ext>
            </a:extLst>
          </p:cNvPr>
          <p:cNvCxnSpPr>
            <a:cxnSpLocks/>
            <a:stCxn id="47" idx="5"/>
            <a:endCxn id="50" idx="1"/>
          </p:cNvCxnSpPr>
          <p:nvPr/>
        </p:nvCxnSpPr>
        <p:spPr>
          <a:xfrm>
            <a:off x="1578250" y="4699993"/>
            <a:ext cx="1664344" cy="4004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A86D2AB6-7EE6-0EBE-8DAD-4FCA3FF668D4}"/>
              </a:ext>
            </a:extLst>
          </p:cNvPr>
          <p:cNvCxnSpPr>
            <a:cxnSpLocks/>
            <a:stCxn id="49" idx="0"/>
            <a:endCxn id="47" idx="4"/>
          </p:cNvCxnSpPr>
          <p:nvPr/>
        </p:nvCxnSpPr>
        <p:spPr>
          <a:xfrm flipH="1" flipV="1">
            <a:off x="1452270" y="4752176"/>
            <a:ext cx="4307" cy="1038186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9702EA75-00D6-7508-D799-05C33E492440}"/>
              </a:ext>
            </a:extLst>
          </p:cNvPr>
          <p:cNvCxnSpPr>
            <a:cxnSpLocks/>
            <a:stCxn id="49" idx="5"/>
            <a:endCxn id="48" idx="3"/>
          </p:cNvCxnSpPr>
          <p:nvPr/>
        </p:nvCxnSpPr>
        <p:spPr>
          <a:xfrm>
            <a:off x="1582557" y="6094505"/>
            <a:ext cx="953484" cy="325878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9281DC04-4367-B647-2358-1C082653D060}"/>
              </a:ext>
            </a:extLst>
          </p:cNvPr>
          <p:cNvCxnSpPr>
            <a:cxnSpLocks/>
            <a:stCxn id="47" idx="7"/>
            <a:endCxn id="46" idx="1"/>
          </p:cNvCxnSpPr>
          <p:nvPr/>
        </p:nvCxnSpPr>
        <p:spPr>
          <a:xfrm flipV="1">
            <a:off x="1578250" y="4146593"/>
            <a:ext cx="957791" cy="30143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57195440-728E-9197-74C0-E1532A1047C7}"/>
              </a:ext>
            </a:extLst>
          </p:cNvPr>
          <p:cNvCxnSpPr>
            <a:cxnSpLocks/>
            <a:stCxn id="46" idx="2"/>
            <a:endCxn id="47" idx="6"/>
          </p:cNvCxnSpPr>
          <p:nvPr/>
        </p:nvCxnSpPr>
        <p:spPr>
          <a:xfrm flipH="1">
            <a:off x="1630432" y="4272574"/>
            <a:ext cx="853426" cy="30143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0D948A08-0345-7915-9D5E-659E1AB1510B}"/>
              </a:ext>
            </a:extLst>
          </p:cNvPr>
          <p:cNvCxnSpPr>
            <a:cxnSpLocks/>
            <a:stCxn id="48" idx="1"/>
            <a:endCxn id="47" idx="5"/>
          </p:cNvCxnSpPr>
          <p:nvPr/>
        </p:nvCxnSpPr>
        <p:spPr>
          <a:xfrm flipH="1" flipV="1">
            <a:off x="1578250" y="4699993"/>
            <a:ext cx="957791" cy="1468429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ector recto de flecha 462">
            <a:extLst>
              <a:ext uri="{FF2B5EF4-FFF2-40B4-BE49-F238E27FC236}">
                <a16:creationId xmlns:a16="http://schemas.microsoft.com/office/drawing/2014/main" id="{545EE7DD-7923-1D3D-B117-7055686DA055}"/>
              </a:ext>
            </a:extLst>
          </p:cNvPr>
          <p:cNvCxnSpPr>
            <a:cxnSpLocks/>
            <a:stCxn id="48" idx="2"/>
            <a:endCxn id="49" idx="6"/>
          </p:cNvCxnSpPr>
          <p:nvPr/>
        </p:nvCxnSpPr>
        <p:spPr>
          <a:xfrm flipH="1" flipV="1">
            <a:off x="1634739" y="5968525"/>
            <a:ext cx="849119" cy="325878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6" name="CuadroTexto 465">
            <a:extLst>
              <a:ext uri="{FF2B5EF4-FFF2-40B4-BE49-F238E27FC236}">
                <a16:creationId xmlns:a16="http://schemas.microsoft.com/office/drawing/2014/main" id="{5C660BED-38DF-ACEA-E127-5D853514E321}"/>
              </a:ext>
            </a:extLst>
          </p:cNvPr>
          <p:cNvSpPr txBox="1"/>
          <p:nvPr/>
        </p:nvSpPr>
        <p:spPr>
          <a:xfrm>
            <a:off x="3509850" y="4813915"/>
            <a:ext cx="7256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/>
              <a:t>=</a:t>
            </a:r>
            <a:endParaRPr lang="es-419" sz="4800" dirty="0"/>
          </a:p>
        </p:txBody>
      </p:sp>
      <p:sp>
        <p:nvSpPr>
          <p:cNvPr id="467" name="CuadroTexto 466">
            <a:extLst>
              <a:ext uri="{FF2B5EF4-FFF2-40B4-BE49-F238E27FC236}">
                <a16:creationId xmlns:a16="http://schemas.microsoft.com/office/drawing/2014/main" id="{A200BCCF-B4A8-D322-43DC-764EBF77653B}"/>
              </a:ext>
            </a:extLst>
          </p:cNvPr>
          <p:cNvSpPr txBox="1"/>
          <p:nvPr/>
        </p:nvSpPr>
        <p:spPr>
          <a:xfrm>
            <a:off x="6147361" y="4798349"/>
            <a:ext cx="7256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/>
              <a:t>+</a:t>
            </a:r>
            <a:endParaRPr lang="es-419" sz="4800" dirty="0"/>
          </a:p>
        </p:txBody>
      </p:sp>
      <p:sp>
        <p:nvSpPr>
          <p:cNvPr id="547" name="CuadroTexto 546">
            <a:extLst>
              <a:ext uri="{FF2B5EF4-FFF2-40B4-BE49-F238E27FC236}">
                <a16:creationId xmlns:a16="http://schemas.microsoft.com/office/drawing/2014/main" id="{84457547-0E7D-F59C-9D78-45A002FF555C}"/>
              </a:ext>
            </a:extLst>
          </p:cNvPr>
          <p:cNvSpPr txBox="1"/>
          <p:nvPr/>
        </p:nvSpPr>
        <p:spPr>
          <a:xfrm>
            <a:off x="7653743" y="4796345"/>
            <a:ext cx="522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/>
              <a:t>+</a:t>
            </a:r>
            <a:endParaRPr lang="es-419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9" name="CuadroTexto 548">
                <a:extLst>
                  <a:ext uri="{FF2B5EF4-FFF2-40B4-BE49-F238E27FC236}">
                    <a16:creationId xmlns:a16="http://schemas.microsoft.com/office/drawing/2014/main" id="{E5D61269-10EB-713D-F6D9-4CA7DDFF7E33}"/>
                  </a:ext>
                </a:extLst>
              </p:cNvPr>
              <p:cNvSpPr txBox="1"/>
              <p:nvPr/>
            </p:nvSpPr>
            <p:spPr>
              <a:xfrm>
                <a:off x="-84548" y="1249894"/>
                <a:ext cx="1515583" cy="1191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2200" dirty="0"/>
                  <a:t>S1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MX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s-MX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419" sz="2200" dirty="0"/>
              </a:p>
            </p:txBody>
          </p:sp>
        </mc:Choice>
        <mc:Fallback xmlns="">
          <p:sp>
            <p:nvSpPr>
              <p:cNvPr id="549" name="CuadroTexto 548">
                <a:extLst>
                  <a:ext uri="{FF2B5EF4-FFF2-40B4-BE49-F238E27FC236}">
                    <a16:creationId xmlns:a16="http://schemas.microsoft.com/office/drawing/2014/main" id="{E5D61269-10EB-713D-F6D9-4CA7DDFF7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548" y="1249894"/>
                <a:ext cx="1515583" cy="1191608"/>
              </a:xfrm>
              <a:prstGeom prst="rect">
                <a:avLst/>
              </a:prstGeom>
              <a:blipFill>
                <a:blip r:embed="rId2"/>
                <a:stretch>
                  <a:fillRect t="-3571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7BE4A336-AE6D-B539-601D-3DB27D454B09}"/>
                  </a:ext>
                </a:extLst>
              </p:cNvPr>
              <p:cNvSpPr txBox="1"/>
              <p:nvPr/>
            </p:nvSpPr>
            <p:spPr>
              <a:xfrm>
                <a:off x="-112745" y="4595923"/>
                <a:ext cx="1515583" cy="1191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2200" dirty="0"/>
                  <a:t>Subj. 2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MX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s-MX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s-MX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419" sz="22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7BE4A336-AE6D-B539-601D-3DB27D454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745" y="4595923"/>
                <a:ext cx="1515583" cy="1191608"/>
              </a:xfrm>
              <a:prstGeom prst="rect">
                <a:avLst/>
              </a:prstGeom>
              <a:blipFill>
                <a:blip r:embed="rId3"/>
                <a:stretch>
                  <a:fillRect t="-3590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lipse 10">
            <a:extLst>
              <a:ext uri="{FF2B5EF4-FFF2-40B4-BE49-F238E27FC236}">
                <a16:creationId xmlns:a16="http://schemas.microsoft.com/office/drawing/2014/main" id="{9F175A3B-FB33-69F6-2E79-9E5A855DDC67}"/>
              </a:ext>
            </a:extLst>
          </p:cNvPr>
          <p:cNvSpPr/>
          <p:nvPr/>
        </p:nvSpPr>
        <p:spPr>
          <a:xfrm>
            <a:off x="5108671" y="1004802"/>
            <a:ext cx="351991" cy="35199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65E7B38-B075-6BFD-0A96-D6868E049B41}"/>
              </a:ext>
            </a:extLst>
          </p:cNvPr>
          <p:cNvSpPr/>
          <p:nvPr/>
        </p:nvSpPr>
        <p:spPr>
          <a:xfrm>
            <a:off x="3913635" y="1302574"/>
            <a:ext cx="351991" cy="35199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646A35B0-9C9D-5C97-8D11-994EED43CC3C}"/>
              </a:ext>
            </a:extLst>
          </p:cNvPr>
          <p:cNvSpPr/>
          <p:nvPr/>
        </p:nvSpPr>
        <p:spPr>
          <a:xfrm>
            <a:off x="5108671" y="3002037"/>
            <a:ext cx="351991" cy="35199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613BC34A-6835-A7A2-5A24-5F4235B5C743}"/>
              </a:ext>
            </a:extLst>
          </p:cNvPr>
          <p:cNvSpPr/>
          <p:nvPr/>
        </p:nvSpPr>
        <p:spPr>
          <a:xfrm>
            <a:off x="3917890" y="2680123"/>
            <a:ext cx="351991" cy="35199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F788F79-B6F1-64CA-A3CB-B97168C27AB5}"/>
              </a:ext>
            </a:extLst>
          </p:cNvPr>
          <p:cNvSpPr/>
          <p:nvPr/>
        </p:nvSpPr>
        <p:spPr>
          <a:xfrm>
            <a:off x="5806630" y="1947064"/>
            <a:ext cx="351991" cy="35199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3105F18E-88F7-0A74-E51E-36F10AFE10AB}"/>
              </a:ext>
            </a:extLst>
          </p:cNvPr>
          <p:cNvCxnSpPr>
            <a:cxnSpLocks/>
            <a:stCxn id="15" idx="1"/>
            <a:endCxn id="11" idx="5"/>
          </p:cNvCxnSpPr>
          <p:nvPr/>
        </p:nvCxnSpPr>
        <p:spPr>
          <a:xfrm flipH="1" flipV="1">
            <a:off x="5409114" y="1305245"/>
            <a:ext cx="449063" cy="693366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77922CBE-9BA5-7CB4-93A3-8F269539507F}"/>
              </a:ext>
            </a:extLst>
          </p:cNvPr>
          <p:cNvCxnSpPr>
            <a:cxnSpLocks/>
            <a:stCxn id="15" idx="4"/>
            <a:endCxn id="13" idx="7"/>
          </p:cNvCxnSpPr>
          <p:nvPr/>
        </p:nvCxnSpPr>
        <p:spPr>
          <a:xfrm flipH="1">
            <a:off x="5409114" y="2299055"/>
            <a:ext cx="573511" cy="75453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AAB28C1-D06D-FA26-1B6B-58B7FBDF19E1}"/>
              </a:ext>
            </a:extLst>
          </p:cNvPr>
          <p:cNvCxnSpPr>
            <a:cxnSpLocks/>
            <a:stCxn id="14" idx="7"/>
            <a:endCxn id="15" idx="3"/>
          </p:cNvCxnSpPr>
          <p:nvPr/>
        </p:nvCxnSpPr>
        <p:spPr>
          <a:xfrm flipV="1">
            <a:off x="4218333" y="2247507"/>
            <a:ext cx="1639845" cy="48416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E7739C64-6BF8-394E-6BE9-755C2F3B75E8}"/>
              </a:ext>
            </a:extLst>
          </p:cNvPr>
          <p:cNvCxnSpPr>
            <a:cxnSpLocks/>
            <a:stCxn id="12" idx="5"/>
            <a:endCxn id="15" idx="1"/>
          </p:cNvCxnSpPr>
          <p:nvPr/>
        </p:nvCxnSpPr>
        <p:spPr>
          <a:xfrm>
            <a:off x="4214078" y="1603018"/>
            <a:ext cx="1644099" cy="395593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D4E67CF2-70F4-1496-6A34-465AA71E0486}"/>
              </a:ext>
            </a:extLst>
          </p:cNvPr>
          <p:cNvCxnSpPr>
            <a:cxnSpLocks/>
            <a:stCxn id="12" idx="7"/>
            <a:endCxn id="11" idx="1"/>
          </p:cNvCxnSpPr>
          <p:nvPr/>
        </p:nvCxnSpPr>
        <p:spPr>
          <a:xfrm flipV="1">
            <a:off x="4214078" y="1056350"/>
            <a:ext cx="946140" cy="297772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39413547-DA1F-ABB0-3BB1-C13FCF87E481}"/>
              </a:ext>
            </a:extLst>
          </p:cNvPr>
          <p:cNvCxnSpPr>
            <a:cxnSpLocks/>
            <a:stCxn id="11" idx="2"/>
            <a:endCxn id="12" idx="6"/>
          </p:cNvCxnSpPr>
          <p:nvPr/>
        </p:nvCxnSpPr>
        <p:spPr>
          <a:xfrm flipH="1">
            <a:off x="4265626" y="1180798"/>
            <a:ext cx="843045" cy="297772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lipse 32">
            <a:extLst>
              <a:ext uri="{FF2B5EF4-FFF2-40B4-BE49-F238E27FC236}">
                <a16:creationId xmlns:a16="http://schemas.microsoft.com/office/drawing/2014/main" id="{CE28515C-CB2A-BE66-7BC7-C475286296B2}"/>
              </a:ext>
            </a:extLst>
          </p:cNvPr>
          <p:cNvSpPr/>
          <p:nvPr/>
        </p:nvSpPr>
        <p:spPr>
          <a:xfrm>
            <a:off x="6620626" y="1005591"/>
            <a:ext cx="351991" cy="35199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5D627306-521D-A076-D7F5-1E38429A2A57}"/>
              </a:ext>
            </a:extLst>
          </p:cNvPr>
          <p:cNvSpPr/>
          <p:nvPr/>
        </p:nvSpPr>
        <p:spPr>
          <a:xfrm>
            <a:off x="6620626" y="3002826"/>
            <a:ext cx="351991" cy="35199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EEB9FBD6-6D4D-7AD2-FE52-623E0B23B664}"/>
              </a:ext>
            </a:extLst>
          </p:cNvPr>
          <p:cNvSpPr/>
          <p:nvPr/>
        </p:nvSpPr>
        <p:spPr>
          <a:xfrm>
            <a:off x="7318585" y="1947853"/>
            <a:ext cx="351991" cy="35199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C0714B3A-2A8B-7F89-3379-2B0391D16754}"/>
              </a:ext>
            </a:extLst>
          </p:cNvPr>
          <p:cNvCxnSpPr>
            <a:cxnSpLocks/>
            <a:stCxn id="35" idx="1"/>
            <a:endCxn id="33" idx="3"/>
          </p:cNvCxnSpPr>
          <p:nvPr/>
        </p:nvCxnSpPr>
        <p:spPr>
          <a:xfrm flipV="1">
            <a:off x="6672174" y="1306034"/>
            <a:ext cx="0" cy="1748339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80FC1820-D008-CE42-CC19-82B7FE9838D1}"/>
              </a:ext>
            </a:extLst>
          </p:cNvPr>
          <p:cNvCxnSpPr>
            <a:cxnSpLocks/>
            <a:stCxn id="33" idx="4"/>
            <a:endCxn id="35" idx="0"/>
          </p:cNvCxnSpPr>
          <p:nvPr/>
        </p:nvCxnSpPr>
        <p:spPr>
          <a:xfrm>
            <a:off x="6796621" y="1357582"/>
            <a:ext cx="0" cy="1645244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0E3358BF-B031-D606-EBBC-319847F00FD8}"/>
              </a:ext>
            </a:extLst>
          </p:cNvPr>
          <p:cNvCxnSpPr>
            <a:cxnSpLocks/>
            <a:stCxn id="33" idx="6"/>
            <a:endCxn id="37" idx="0"/>
          </p:cNvCxnSpPr>
          <p:nvPr/>
        </p:nvCxnSpPr>
        <p:spPr>
          <a:xfrm>
            <a:off x="6972617" y="1181587"/>
            <a:ext cx="521964" cy="766266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8" name="Elipse 467">
            <a:extLst>
              <a:ext uri="{FF2B5EF4-FFF2-40B4-BE49-F238E27FC236}">
                <a16:creationId xmlns:a16="http://schemas.microsoft.com/office/drawing/2014/main" id="{0AB594B0-C4CC-4C5B-11FC-DB3D6A3837EA}"/>
              </a:ext>
            </a:extLst>
          </p:cNvPr>
          <p:cNvSpPr/>
          <p:nvPr/>
        </p:nvSpPr>
        <p:spPr>
          <a:xfrm>
            <a:off x="5121369" y="4056944"/>
            <a:ext cx="356325" cy="3563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69" name="Elipse 468">
            <a:extLst>
              <a:ext uri="{FF2B5EF4-FFF2-40B4-BE49-F238E27FC236}">
                <a16:creationId xmlns:a16="http://schemas.microsoft.com/office/drawing/2014/main" id="{B9E52B25-5D3E-CACE-36C3-95A1D7A68D18}"/>
              </a:ext>
            </a:extLst>
          </p:cNvPr>
          <p:cNvSpPr/>
          <p:nvPr/>
        </p:nvSpPr>
        <p:spPr>
          <a:xfrm>
            <a:off x="3911618" y="4358383"/>
            <a:ext cx="356325" cy="3563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70" name="Elipse 469">
            <a:extLst>
              <a:ext uri="{FF2B5EF4-FFF2-40B4-BE49-F238E27FC236}">
                <a16:creationId xmlns:a16="http://schemas.microsoft.com/office/drawing/2014/main" id="{C590951F-993F-EC57-5DF8-1C4C1C412F54}"/>
              </a:ext>
            </a:extLst>
          </p:cNvPr>
          <p:cNvSpPr/>
          <p:nvPr/>
        </p:nvSpPr>
        <p:spPr>
          <a:xfrm>
            <a:off x="5121369" y="6078773"/>
            <a:ext cx="356325" cy="3563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71" name="Elipse 470">
            <a:extLst>
              <a:ext uri="{FF2B5EF4-FFF2-40B4-BE49-F238E27FC236}">
                <a16:creationId xmlns:a16="http://schemas.microsoft.com/office/drawing/2014/main" id="{67F7712E-B48C-61F5-4C20-FA9467D85535}"/>
              </a:ext>
            </a:extLst>
          </p:cNvPr>
          <p:cNvSpPr/>
          <p:nvPr/>
        </p:nvSpPr>
        <p:spPr>
          <a:xfrm>
            <a:off x="3915925" y="5752895"/>
            <a:ext cx="356325" cy="3563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72" name="Elipse 471">
            <a:extLst>
              <a:ext uri="{FF2B5EF4-FFF2-40B4-BE49-F238E27FC236}">
                <a16:creationId xmlns:a16="http://schemas.microsoft.com/office/drawing/2014/main" id="{45D26A3E-16CB-E07A-5E2B-2335BF33C1C9}"/>
              </a:ext>
            </a:extLst>
          </p:cNvPr>
          <p:cNvSpPr/>
          <p:nvPr/>
        </p:nvSpPr>
        <p:spPr>
          <a:xfrm>
            <a:off x="5827923" y="5010808"/>
            <a:ext cx="356325" cy="3563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473" name="Conector recto de flecha 472">
            <a:extLst>
              <a:ext uri="{FF2B5EF4-FFF2-40B4-BE49-F238E27FC236}">
                <a16:creationId xmlns:a16="http://schemas.microsoft.com/office/drawing/2014/main" id="{67929A00-3704-27E4-6CB5-502CE3591398}"/>
              </a:ext>
            </a:extLst>
          </p:cNvPr>
          <p:cNvCxnSpPr>
            <a:cxnSpLocks/>
            <a:stCxn id="472" idx="1"/>
            <a:endCxn id="468" idx="5"/>
          </p:cNvCxnSpPr>
          <p:nvPr/>
        </p:nvCxnSpPr>
        <p:spPr>
          <a:xfrm flipH="1" flipV="1">
            <a:off x="5425512" y="4361087"/>
            <a:ext cx="454593" cy="70190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ector recto de flecha 473">
            <a:extLst>
              <a:ext uri="{FF2B5EF4-FFF2-40B4-BE49-F238E27FC236}">
                <a16:creationId xmlns:a16="http://schemas.microsoft.com/office/drawing/2014/main" id="{B344A126-3B2D-402E-C6B6-39BBDABE0168}"/>
              </a:ext>
            </a:extLst>
          </p:cNvPr>
          <p:cNvCxnSpPr>
            <a:cxnSpLocks/>
            <a:stCxn id="472" idx="4"/>
            <a:endCxn id="470" idx="7"/>
          </p:cNvCxnSpPr>
          <p:nvPr/>
        </p:nvCxnSpPr>
        <p:spPr>
          <a:xfrm flipH="1">
            <a:off x="5425512" y="5367134"/>
            <a:ext cx="580573" cy="7638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ector recto de flecha 474">
            <a:extLst>
              <a:ext uri="{FF2B5EF4-FFF2-40B4-BE49-F238E27FC236}">
                <a16:creationId xmlns:a16="http://schemas.microsoft.com/office/drawing/2014/main" id="{8AF20BFF-0219-D98E-3FDD-6B8D180DB852}"/>
              </a:ext>
            </a:extLst>
          </p:cNvPr>
          <p:cNvCxnSpPr>
            <a:cxnSpLocks/>
            <a:stCxn id="471" idx="7"/>
            <a:endCxn id="472" idx="3"/>
          </p:cNvCxnSpPr>
          <p:nvPr/>
        </p:nvCxnSpPr>
        <p:spPr>
          <a:xfrm flipV="1">
            <a:off x="4220068" y="5314951"/>
            <a:ext cx="1660037" cy="490126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ector recto de flecha 475">
            <a:extLst>
              <a:ext uri="{FF2B5EF4-FFF2-40B4-BE49-F238E27FC236}">
                <a16:creationId xmlns:a16="http://schemas.microsoft.com/office/drawing/2014/main" id="{169CAB41-D120-F040-3B8D-85083D74FEDB}"/>
              </a:ext>
            </a:extLst>
          </p:cNvPr>
          <p:cNvCxnSpPr>
            <a:cxnSpLocks/>
            <a:stCxn id="469" idx="5"/>
            <a:endCxn id="472" idx="1"/>
          </p:cNvCxnSpPr>
          <p:nvPr/>
        </p:nvCxnSpPr>
        <p:spPr>
          <a:xfrm>
            <a:off x="4215761" y="4662526"/>
            <a:ext cx="1664344" cy="40046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ector recto de flecha 478">
            <a:extLst>
              <a:ext uri="{FF2B5EF4-FFF2-40B4-BE49-F238E27FC236}">
                <a16:creationId xmlns:a16="http://schemas.microsoft.com/office/drawing/2014/main" id="{2F87AE27-4CB9-46C2-AEC8-417AC9A7F415}"/>
              </a:ext>
            </a:extLst>
          </p:cNvPr>
          <p:cNvCxnSpPr>
            <a:cxnSpLocks/>
            <a:stCxn id="469" idx="7"/>
            <a:endCxn id="468" idx="1"/>
          </p:cNvCxnSpPr>
          <p:nvPr/>
        </p:nvCxnSpPr>
        <p:spPr>
          <a:xfrm flipV="1">
            <a:off x="4215761" y="4109126"/>
            <a:ext cx="957791" cy="30143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ector recto de flecha 479">
            <a:extLst>
              <a:ext uri="{FF2B5EF4-FFF2-40B4-BE49-F238E27FC236}">
                <a16:creationId xmlns:a16="http://schemas.microsoft.com/office/drawing/2014/main" id="{83B5BD30-3060-9464-B7D9-CEC7EE5251B0}"/>
              </a:ext>
            </a:extLst>
          </p:cNvPr>
          <p:cNvCxnSpPr>
            <a:cxnSpLocks/>
            <a:stCxn id="468" idx="2"/>
            <a:endCxn id="469" idx="6"/>
          </p:cNvCxnSpPr>
          <p:nvPr/>
        </p:nvCxnSpPr>
        <p:spPr>
          <a:xfrm flipH="1">
            <a:off x="4267943" y="4235107"/>
            <a:ext cx="853426" cy="30143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Elipse 484">
            <a:extLst>
              <a:ext uri="{FF2B5EF4-FFF2-40B4-BE49-F238E27FC236}">
                <a16:creationId xmlns:a16="http://schemas.microsoft.com/office/drawing/2014/main" id="{BFAA0D6D-9B92-E700-C658-BFD407765F4A}"/>
              </a:ext>
            </a:extLst>
          </p:cNvPr>
          <p:cNvSpPr/>
          <p:nvPr/>
        </p:nvSpPr>
        <p:spPr>
          <a:xfrm>
            <a:off x="8066189" y="4266671"/>
            <a:ext cx="356325" cy="3563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86" name="Elipse 485">
            <a:extLst>
              <a:ext uri="{FF2B5EF4-FFF2-40B4-BE49-F238E27FC236}">
                <a16:creationId xmlns:a16="http://schemas.microsoft.com/office/drawing/2014/main" id="{07B30795-800E-D438-BFF5-12F844F03327}"/>
              </a:ext>
            </a:extLst>
          </p:cNvPr>
          <p:cNvSpPr/>
          <p:nvPr/>
        </p:nvSpPr>
        <p:spPr>
          <a:xfrm>
            <a:off x="9275940" y="5987061"/>
            <a:ext cx="356325" cy="3563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87" name="Elipse 486">
            <a:extLst>
              <a:ext uri="{FF2B5EF4-FFF2-40B4-BE49-F238E27FC236}">
                <a16:creationId xmlns:a16="http://schemas.microsoft.com/office/drawing/2014/main" id="{393A0E46-6DEC-3CD3-B8D6-830968611DBD}"/>
              </a:ext>
            </a:extLst>
          </p:cNvPr>
          <p:cNvSpPr/>
          <p:nvPr/>
        </p:nvSpPr>
        <p:spPr>
          <a:xfrm>
            <a:off x="8070496" y="5661183"/>
            <a:ext cx="356325" cy="3563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493" name="Conector recto de flecha 492">
            <a:extLst>
              <a:ext uri="{FF2B5EF4-FFF2-40B4-BE49-F238E27FC236}">
                <a16:creationId xmlns:a16="http://schemas.microsoft.com/office/drawing/2014/main" id="{8CBC08C1-BF1B-0181-24E9-99C9C8D24855}"/>
              </a:ext>
            </a:extLst>
          </p:cNvPr>
          <p:cNvCxnSpPr>
            <a:cxnSpLocks/>
            <a:stCxn id="487" idx="0"/>
            <a:endCxn id="485" idx="4"/>
          </p:cNvCxnSpPr>
          <p:nvPr/>
        </p:nvCxnSpPr>
        <p:spPr>
          <a:xfrm flipH="1" flipV="1">
            <a:off x="8244352" y="4622997"/>
            <a:ext cx="4307" cy="1038186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ector recto de flecha 493">
            <a:extLst>
              <a:ext uri="{FF2B5EF4-FFF2-40B4-BE49-F238E27FC236}">
                <a16:creationId xmlns:a16="http://schemas.microsoft.com/office/drawing/2014/main" id="{5EEB8474-13C9-A26E-C25C-BB8A6DE98C7E}"/>
              </a:ext>
            </a:extLst>
          </p:cNvPr>
          <p:cNvCxnSpPr>
            <a:cxnSpLocks/>
            <a:stCxn id="487" idx="5"/>
            <a:endCxn id="486" idx="3"/>
          </p:cNvCxnSpPr>
          <p:nvPr/>
        </p:nvCxnSpPr>
        <p:spPr>
          <a:xfrm>
            <a:off x="8374639" y="5965326"/>
            <a:ext cx="953484" cy="325878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ector recto de flecha 496">
            <a:extLst>
              <a:ext uri="{FF2B5EF4-FFF2-40B4-BE49-F238E27FC236}">
                <a16:creationId xmlns:a16="http://schemas.microsoft.com/office/drawing/2014/main" id="{767AD651-0534-4C65-757F-E30D1CC4C500}"/>
              </a:ext>
            </a:extLst>
          </p:cNvPr>
          <p:cNvCxnSpPr>
            <a:cxnSpLocks/>
            <a:stCxn id="486" idx="1"/>
            <a:endCxn id="485" idx="5"/>
          </p:cNvCxnSpPr>
          <p:nvPr/>
        </p:nvCxnSpPr>
        <p:spPr>
          <a:xfrm flipH="1" flipV="1">
            <a:off x="8370332" y="4570814"/>
            <a:ext cx="957791" cy="1468429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ector recto de flecha 497">
            <a:extLst>
              <a:ext uri="{FF2B5EF4-FFF2-40B4-BE49-F238E27FC236}">
                <a16:creationId xmlns:a16="http://schemas.microsoft.com/office/drawing/2014/main" id="{BA6C3AE0-2187-3F77-32CE-7E7D8E1A5142}"/>
              </a:ext>
            </a:extLst>
          </p:cNvPr>
          <p:cNvCxnSpPr>
            <a:cxnSpLocks/>
            <a:stCxn id="486" idx="1"/>
          </p:cNvCxnSpPr>
          <p:nvPr/>
        </p:nvCxnSpPr>
        <p:spPr>
          <a:xfrm flipH="1" flipV="1">
            <a:off x="8371935" y="5706997"/>
            <a:ext cx="956187" cy="332246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2" name="CuadroTexto 501">
            <a:extLst>
              <a:ext uri="{FF2B5EF4-FFF2-40B4-BE49-F238E27FC236}">
                <a16:creationId xmlns:a16="http://schemas.microsoft.com/office/drawing/2014/main" id="{547F712E-D1E9-B401-3BE0-914790C21649}"/>
              </a:ext>
            </a:extLst>
          </p:cNvPr>
          <p:cNvSpPr txBox="1"/>
          <p:nvPr/>
        </p:nvSpPr>
        <p:spPr>
          <a:xfrm>
            <a:off x="9504473" y="1699446"/>
            <a:ext cx="7256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/>
              <a:t>+</a:t>
            </a:r>
            <a:endParaRPr lang="es-419" sz="4800" dirty="0"/>
          </a:p>
        </p:txBody>
      </p:sp>
      <p:sp>
        <p:nvSpPr>
          <p:cNvPr id="508" name="CuadroTexto 507">
            <a:extLst>
              <a:ext uri="{FF2B5EF4-FFF2-40B4-BE49-F238E27FC236}">
                <a16:creationId xmlns:a16="http://schemas.microsoft.com/office/drawing/2014/main" id="{5786438E-503A-68EC-B906-8C54FE3A15DC}"/>
              </a:ext>
            </a:extLst>
          </p:cNvPr>
          <p:cNvSpPr txBox="1"/>
          <p:nvPr/>
        </p:nvSpPr>
        <p:spPr>
          <a:xfrm>
            <a:off x="9466601" y="4754513"/>
            <a:ext cx="522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/>
              <a:t>+</a:t>
            </a:r>
            <a:endParaRPr lang="es-419" sz="4800" dirty="0"/>
          </a:p>
        </p:txBody>
      </p:sp>
      <p:cxnSp>
        <p:nvCxnSpPr>
          <p:cNvPr id="513" name="Conector recto de flecha 512">
            <a:extLst>
              <a:ext uri="{FF2B5EF4-FFF2-40B4-BE49-F238E27FC236}">
                <a16:creationId xmlns:a16="http://schemas.microsoft.com/office/drawing/2014/main" id="{8E9258E0-96EA-FC64-E388-04235D2A5D2D}"/>
              </a:ext>
            </a:extLst>
          </p:cNvPr>
          <p:cNvCxnSpPr>
            <a:stCxn id="358" idx="7"/>
            <a:endCxn id="355" idx="3"/>
          </p:cNvCxnSpPr>
          <p:nvPr/>
        </p:nvCxnSpPr>
        <p:spPr>
          <a:xfrm flipV="1">
            <a:off x="1562730" y="1256402"/>
            <a:ext cx="941886" cy="1426426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ector recto de flecha 513">
            <a:extLst>
              <a:ext uri="{FF2B5EF4-FFF2-40B4-BE49-F238E27FC236}">
                <a16:creationId xmlns:a16="http://schemas.microsoft.com/office/drawing/2014/main" id="{A05E5724-850B-D951-53DC-9DF12C30D4CC}"/>
              </a:ext>
            </a:extLst>
          </p:cNvPr>
          <p:cNvCxnSpPr>
            <a:cxnSpLocks/>
            <a:stCxn id="48" idx="7"/>
            <a:endCxn id="50" idx="4"/>
          </p:cNvCxnSpPr>
          <p:nvPr/>
        </p:nvCxnSpPr>
        <p:spPr>
          <a:xfrm flipV="1">
            <a:off x="2788000" y="5404600"/>
            <a:ext cx="580575" cy="763823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Elipse 550">
            <a:extLst>
              <a:ext uri="{FF2B5EF4-FFF2-40B4-BE49-F238E27FC236}">
                <a16:creationId xmlns:a16="http://schemas.microsoft.com/office/drawing/2014/main" id="{C78EF3E5-A48D-D615-3E3B-6183D3D072C9}"/>
              </a:ext>
            </a:extLst>
          </p:cNvPr>
          <p:cNvSpPr/>
          <p:nvPr/>
        </p:nvSpPr>
        <p:spPr>
          <a:xfrm>
            <a:off x="11450316" y="949451"/>
            <a:ext cx="351991" cy="35199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53" name="Elipse 552">
            <a:extLst>
              <a:ext uri="{FF2B5EF4-FFF2-40B4-BE49-F238E27FC236}">
                <a16:creationId xmlns:a16="http://schemas.microsoft.com/office/drawing/2014/main" id="{397EB969-F30B-53A5-BEB7-3EAF96CFB6CB}"/>
              </a:ext>
            </a:extLst>
          </p:cNvPr>
          <p:cNvSpPr/>
          <p:nvPr/>
        </p:nvSpPr>
        <p:spPr>
          <a:xfrm>
            <a:off x="10259535" y="2624772"/>
            <a:ext cx="351991" cy="35199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558" name="Conector recto de flecha 557">
            <a:extLst>
              <a:ext uri="{FF2B5EF4-FFF2-40B4-BE49-F238E27FC236}">
                <a16:creationId xmlns:a16="http://schemas.microsoft.com/office/drawing/2014/main" id="{565D3C37-FFE8-8719-0E8E-73035C53A90D}"/>
              </a:ext>
            </a:extLst>
          </p:cNvPr>
          <p:cNvCxnSpPr>
            <a:stCxn id="553" idx="7"/>
            <a:endCxn id="551" idx="3"/>
          </p:cNvCxnSpPr>
          <p:nvPr/>
        </p:nvCxnSpPr>
        <p:spPr>
          <a:xfrm flipV="1">
            <a:off x="10559978" y="1249894"/>
            <a:ext cx="941886" cy="1426426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CuadroTexto 559">
            <a:extLst>
              <a:ext uri="{FF2B5EF4-FFF2-40B4-BE49-F238E27FC236}">
                <a16:creationId xmlns:a16="http://schemas.microsoft.com/office/drawing/2014/main" id="{EF558FD0-D648-115C-4E4A-15BCFB99CE1B}"/>
              </a:ext>
            </a:extLst>
          </p:cNvPr>
          <p:cNvSpPr txBox="1"/>
          <p:nvPr/>
        </p:nvSpPr>
        <p:spPr>
          <a:xfrm>
            <a:off x="10467332" y="147033"/>
            <a:ext cx="15456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 Fully </a:t>
            </a:r>
            <a:br>
              <a:rPr lang="es-MX" sz="2400" dirty="0"/>
            </a:br>
            <a:r>
              <a:rPr lang="es-MX" sz="2400" dirty="0"/>
              <a:t>Individual </a:t>
            </a:r>
            <a:endParaRPr lang="es-419" sz="2400" dirty="0"/>
          </a:p>
        </p:txBody>
      </p:sp>
      <p:cxnSp>
        <p:nvCxnSpPr>
          <p:cNvPr id="569" name="Conector recto de flecha 568">
            <a:extLst>
              <a:ext uri="{FF2B5EF4-FFF2-40B4-BE49-F238E27FC236}">
                <a16:creationId xmlns:a16="http://schemas.microsoft.com/office/drawing/2014/main" id="{EDB15877-574E-8B30-B8F7-324FBD24E3A4}"/>
              </a:ext>
            </a:extLst>
          </p:cNvPr>
          <p:cNvCxnSpPr>
            <a:cxnSpLocks/>
            <a:stCxn id="50" idx="2"/>
            <a:endCxn id="49" idx="7"/>
          </p:cNvCxnSpPr>
          <p:nvPr/>
        </p:nvCxnSpPr>
        <p:spPr>
          <a:xfrm flipH="1">
            <a:off x="1582556" y="5226438"/>
            <a:ext cx="1607856" cy="616107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2" name="Elipse 571">
            <a:extLst>
              <a:ext uri="{FF2B5EF4-FFF2-40B4-BE49-F238E27FC236}">
                <a16:creationId xmlns:a16="http://schemas.microsoft.com/office/drawing/2014/main" id="{BA81208D-09AB-6A27-BD84-BF4DFD8B3AD5}"/>
              </a:ext>
            </a:extLst>
          </p:cNvPr>
          <p:cNvSpPr/>
          <p:nvPr/>
        </p:nvSpPr>
        <p:spPr>
          <a:xfrm>
            <a:off x="11010960" y="6048356"/>
            <a:ext cx="356325" cy="3563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73" name="Elipse 572">
            <a:extLst>
              <a:ext uri="{FF2B5EF4-FFF2-40B4-BE49-F238E27FC236}">
                <a16:creationId xmlns:a16="http://schemas.microsoft.com/office/drawing/2014/main" id="{1AE7C641-20F3-A35D-AF84-9C2C5FE6667E}"/>
              </a:ext>
            </a:extLst>
          </p:cNvPr>
          <p:cNvSpPr/>
          <p:nvPr/>
        </p:nvSpPr>
        <p:spPr>
          <a:xfrm>
            <a:off x="9805516" y="5722478"/>
            <a:ext cx="356325" cy="3563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74" name="Elipse 573">
            <a:extLst>
              <a:ext uri="{FF2B5EF4-FFF2-40B4-BE49-F238E27FC236}">
                <a16:creationId xmlns:a16="http://schemas.microsoft.com/office/drawing/2014/main" id="{F2E0B871-BAC3-B3B3-F40D-01A7C91DEB86}"/>
              </a:ext>
            </a:extLst>
          </p:cNvPr>
          <p:cNvSpPr/>
          <p:nvPr/>
        </p:nvSpPr>
        <p:spPr>
          <a:xfrm>
            <a:off x="11717514" y="4980391"/>
            <a:ext cx="356325" cy="3563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23" name="Conector recto de flecha 322">
            <a:extLst>
              <a:ext uri="{FF2B5EF4-FFF2-40B4-BE49-F238E27FC236}">
                <a16:creationId xmlns:a16="http://schemas.microsoft.com/office/drawing/2014/main" id="{E921C335-C262-B08A-9D15-5604C3B5DC8D}"/>
              </a:ext>
            </a:extLst>
          </p:cNvPr>
          <p:cNvCxnSpPr>
            <a:cxnSpLocks/>
            <a:stCxn id="572" idx="7"/>
            <a:endCxn id="574" idx="4"/>
          </p:cNvCxnSpPr>
          <p:nvPr/>
        </p:nvCxnSpPr>
        <p:spPr>
          <a:xfrm flipV="1">
            <a:off x="11315102" y="5336716"/>
            <a:ext cx="580575" cy="763823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ector recto de flecha 323">
            <a:extLst>
              <a:ext uri="{FF2B5EF4-FFF2-40B4-BE49-F238E27FC236}">
                <a16:creationId xmlns:a16="http://schemas.microsoft.com/office/drawing/2014/main" id="{ADB6952B-834D-3691-1F50-A23B8D7BA190}"/>
              </a:ext>
            </a:extLst>
          </p:cNvPr>
          <p:cNvCxnSpPr>
            <a:cxnSpLocks/>
            <a:stCxn id="574" idx="2"/>
            <a:endCxn id="573" idx="7"/>
          </p:cNvCxnSpPr>
          <p:nvPr/>
        </p:nvCxnSpPr>
        <p:spPr>
          <a:xfrm flipH="1">
            <a:off x="10109658" y="5158554"/>
            <a:ext cx="1607856" cy="616107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26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B4CA0-45DF-BEB4-512E-E20A0CE0C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Elipse 354">
            <a:extLst>
              <a:ext uri="{FF2B5EF4-FFF2-40B4-BE49-F238E27FC236}">
                <a16:creationId xmlns:a16="http://schemas.microsoft.com/office/drawing/2014/main" id="{4FE4706E-5680-7918-BAA8-0776BD2242AC}"/>
              </a:ext>
            </a:extLst>
          </p:cNvPr>
          <p:cNvSpPr/>
          <p:nvPr/>
        </p:nvSpPr>
        <p:spPr>
          <a:xfrm>
            <a:off x="2383285" y="851889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6" name="Elipse 355">
            <a:extLst>
              <a:ext uri="{FF2B5EF4-FFF2-40B4-BE49-F238E27FC236}">
                <a16:creationId xmlns:a16="http://schemas.microsoft.com/office/drawing/2014/main" id="{645DA783-DDDC-09D4-D0F4-6E8728EAC772}"/>
              </a:ext>
            </a:extLst>
          </p:cNvPr>
          <p:cNvSpPr/>
          <p:nvPr/>
        </p:nvSpPr>
        <p:spPr>
          <a:xfrm>
            <a:off x="1469384" y="1079610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7" name="Elipse 356">
            <a:extLst>
              <a:ext uri="{FF2B5EF4-FFF2-40B4-BE49-F238E27FC236}">
                <a16:creationId xmlns:a16="http://schemas.microsoft.com/office/drawing/2014/main" id="{8D505882-93FC-3BA8-AF1D-F1CF688EA689}"/>
              </a:ext>
            </a:extLst>
          </p:cNvPr>
          <p:cNvSpPr/>
          <p:nvPr/>
        </p:nvSpPr>
        <p:spPr>
          <a:xfrm>
            <a:off x="2383285" y="2379271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8" name="Elipse 357">
            <a:extLst>
              <a:ext uri="{FF2B5EF4-FFF2-40B4-BE49-F238E27FC236}">
                <a16:creationId xmlns:a16="http://schemas.microsoft.com/office/drawing/2014/main" id="{433BC146-114E-84DF-2EB9-A8F4B837969A}"/>
              </a:ext>
            </a:extLst>
          </p:cNvPr>
          <p:cNvSpPr/>
          <p:nvPr/>
        </p:nvSpPr>
        <p:spPr>
          <a:xfrm>
            <a:off x="1472638" y="2133087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9" name="Elipse 358">
            <a:extLst>
              <a:ext uri="{FF2B5EF4-FFF2-40B4-BE49-F238E27FC236}">
                <a16:creationId xmlns:a16="http://schemas.microsoft.com/office/drawing/2014/main" id="{A7A02868-B566-7041-B987-72F99DC14C54}"/>
              </a:ext>
            </a:extLst>
          </p:cNvPr>
          <p:cNvSpPr/>
          <p:nvPr/>
        </p:nvSpPr>
        <p:spPr>
          <a:xfrm>
            <a:off x="2917048" y="1572482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60" name="Conector recto de flecha 359">
            <a:extLst>
              <a:ext uri="{FF2B5EF4-FFF2-40B4-BE49-F238E27FC236}">
                <a16:creationId xmlns:a16="http://schemas.microsoft.com/office/drawing/2014/main" id="{76F44D80-5695-39D4-6CD3-54D8C49BD97C}"/>
              </a:ext>
            </a:extLst>
          </p:cNvPr>
          <p:cNvCxnSpPr>
            <a:cxnSpLocks/>
            <a:stCxn id="357" idx="1"/>
            <a:endCxn id="355" idx="3"/>
          </p:cNvCxnSpPr>
          <p:nvPr/>
        </p:nvCxnSpPr>
        <p:spPr>
          <a:xfrm flipV="1">
            <a:off x="2422706" y="1081652"/>
            <a:ext cx="0" cy="1337039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ector recto de flecha 360">
            <a:extLst>
              <a:ext uri="{FF2B5EF4-FFF2-40B4-BE49-F238E27FC236}">
                <a16:creationId xmlns:a16="http://schemas.microsoft.com/office/drawing/2014/main" id="{21730B5F-0CBE-9D6E-1C3B-E3A4489A4A46}"/>
              </a:ext>
            </a:extLst>
          </p:cNvPr>
          <p:cNvCxnSpPr>
            <a:cxnSpLocks/>
            <a:stCxn id="359" idx="1"/>
            <a:endCxn id="355" idx="5"/>
          </p:cNvCxnSpPr>
          <p:nvPr/>
        </p:nvCxnSpPr>
        <p:spPr>
          <a:xfrm flipH="1" flipV="1">
            <a:off x="2613048" y="1081652"/>
            <a:ext cx="343420" cy="53025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ector recto de flecha 361">
            <a:extLst>
              <a:ext uri="{FF2B5EF4-FFF2-40B4-BE49-F238E27FC236}">
                <a16:creationId xmlns:a16="http://schemas.microsoft.com/office/drawing/2014/main" id="{A1C4E446-B35F-6E38-D15E-ED4AF3E5A306}"/>
              </a:ext>
            </a:extLst>
          </p:cNvPr>
          <p:cNvCxnSpPr>
            <a:cxnSpLocks/>
            <a:stCxn id="359" idx="4"/>
            <a:endCxn id="357" idx="7"/>
          </p:cNvCxnSpPr>
          <p:nvPr/>
        </p:nvCxnSpPr>
        <p:spPr>
          <a:xfrm flipH="1">
            <a:off x="2613048" y="1841666"/>
            <a:ext cx="438591" cy="57702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ector recto de flecha 362">
            <a:extLst>
              <a:ext uri="{FF2B5EF4-FFF2-40B4-BE49-F238E27FC236}">
                <a16:creationId xmlns:a16="http://schemas.microsoft.com/office/drawing/2014/main" id="{92A4B8EA-7E3A-7E18-1A02-84911DC18112}"/>
              </a:ext>
            </a:extLst>
          </p:cNvPr>
          <p:cNvCxnSpPr>
            <a:cxnSpLocks/>
            <a:stCxn id="358" idx="7"/>
            <a:endCxn id="359" idx="3"/>
          </p:cNvCxnSpPr>
          <p:nvPr/>
        </p:nvCxnSpPr>
        <p:spPr>
          <a:xfrm flipV="1">
            <a:off x="1702401" y="1802245"/>
            <a:ext cx="1254067" cy="370263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ector recto de flecha 363">
            <a:extLst>
              <a:ext uri="{FF2B5EF4-FFF2-40B4-BE49-F238E27FC236}">
                <a16:creationId xmlns:a16="http://schemas.microsoft.com/office/drawing/2014/main" id="{DC1BC498-8E75-0A84-561A-EB702C1888A1}"/>
              </a:ext>
            </a:extLst>
          </p:cNvPr>
          <p:cNvCxnSpPr>
            <a:cxnSpLocks/>
            <a:stCxn id="356" idx="5"/>
            <a:endCxn id="359" idx="1"/>
          </p:cNvCxnSpPr>
          <p:nvPr/>
        </p:nvCxnSpPr>
        <p:spPr>
          <a:xfrm>
            <a:off x="1699147" y="1309373"/>
            <a:ext cx="1257321" cy="30252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ector recto de flecha 376">
            <a:extLst>
              <a:ext uri="{FF2B5EF4-FFF2-40B4-BE49-F238E27FC236}">
                <a16:creationId xmlns:a16="http://schemas.microsoft.com/office/drawing/2014/main" id="{34C40B3F-3689-ABFA-35C4-046D0150B057}"/>
              </a:ext>
            </a:extLst>
          </p:cNvPr>
          <p:cNvCxnSpPr>
            <a:cxnSpLocks/>
            <a:stCxn id="356" idx="7"/>
            <a:endCxn id="355" idx="1"/>
          </p:cNvCxnSpPr>
          <p:nvPr/>
        </p:nvCxnSpPr>
        <p:spPr>
          <a:xfrm flipV="1">
            <a:off x="1699147" y="891310"/>
            <a:ext cx="723559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ector recto de flecha 379">
            <a:extLst>
              <a:ext uri="{FF2B5EF4-FFF2-40B4-BE49-F238E27FC236}">
                <a16:creationId xmlns:a16="http://schemas.microsoft.com/office/drawing/2014/main" id="{C22FFC75-B638-86DE-36EA-547723459911}"/>
              </a:ext>
            </a:extLst>
          </p:cNvPr>
          <p:cNvCxnSpPr>
            <a:cxnSpLocks/>
            <a:stCxn id="355" idx="2"/>
            <a:endCxn id="356" idx="6"/>
          </p:cNvCxnSpPr>
          <p:nvPr/>
        </p:nvCxnSpPr>
        <p:spPr>
          <a:xfrm flipH="1">
            <a:off x="1738568" y="986481"/>
            <a:ext cx="644717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ector recto de flecha 381">
            <a:extLst>
              <a:ext uri="{FF2B5EF4-FFF2-40B4-BE49-F238E27FC236}">
                <a16:creationId xmlns:a16="http://schemas.microsoft.com/office/drawing/2014/main" id="{4EEB5380-DC77-C625-9CA5-85D8432275C6}"/>
              </a:ext>
            </a:extLst>
          </p:cNvPr>
          <p:cNvCxnSpPr>
            <a:cxnSpLocks/>
            <a:stCxn id="355" idx="4"/>
            <a:endCxn id="357" idx="0"/>
          </p:cNvCxnSpPr>
          <p:nvPr/>
        </p:nvCxnSpPr>
        <p:spPr>
          <a:xfrm>
            <a:off x="2517877" y="1121073"/>
            <a:ext cx="0" cy="1258197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ector recto de flecha 410">
            <a:extLst>
              <a:ext uri="{FF2B5EF4-FFF2-40B4-BE49-F238E27FC236}">
                <a16:creationId xmlns:a16="http://schemas.microsoft.com/office/drawing/2014/main" id="{F519DDE8-D5DC-C002-85FF-6A327BD26803}"/>
              </a:ext>
            </a:extLst>
          </p:cNvPr>
          <p:cNvCxnSpPr>
            <a:stCxn id="355" idx="6"/>
            <a:endCxn id="359" idx="0"/>
          </p:cNvCxnSpPr>
          <p:nvPr/>
        </p:nvCxnSpPr>
        <p:spPr>
          <a:xfrm>
            <a:off x="2652469" y="986481"/>
            <a:ext cx="399170" cy="58600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26ECC3C-475B-56A5-146D-3D0A411B40D4}"/>
              </a:ext>
            </a:extLst>
          </p:cNvPr>
          <p:cNvSpPr txBox="1"/>
          <p:nvPr/>
        </p:nvSpPr>
        <p:spPr>
          <a:xfrm>
            <a:off x="3228956" y="1376874"/>
            <a:ext cx="725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dirty="0"/>
              <a:t>=</a:t>
            </a:r>
            <a:endParaRPr lang="es-419" sz="40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5DD1B55-9287-AE8F-103E-4196D9D00780}"/>
              </a:ext>
            </a:extLst>
          </p:cNvPr>
          <p:cNvSpPr txBox="1"/>
          <p:nvPr/>
        </p:nvSpPr>
        <p:spPr>
          <a:xfrm>
            <a:off x="1947123" y="23179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GCN</a:t>
            </a:r>
            <a:endParaRPr lang="es-419" sz="24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17525A9-C826-3CF7-DA93-A94447BDAF52}"/>
              </a:ext>
            </a:extLst>
          </p:cNvPr>
          <p:cNvSpPr txBox="1"/>
          <p:nvPr/>
        </p:nvSpPr>
        <p:spPr>
          <a:xfrm>
            <a:off x="3487364" y="23178"/>
            <a:ext cx="2430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Shared Structure</a:t>
            </a:r>
            <a:endParaRPr lang="es-419" sz="24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C03AA56-6B69-E384-1808-B297ECAFA1DB}"/>
              </a:ext>
            </a:extLst>
          </p:cNvPr>
          <p:cNvSpPr txBox="1"/>
          <p:nvPr/>
        </p:nvSpPr>
        <p:spPr>
          <a:xfrm>
            <a:off x="6094804" y="23178"/>
            <a:ext cx="1620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Moderated</a:t>
            </a:r>
            <a:endParaRPr lang="es-419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9" name="CuadroTexto 548">
                <a:extLst>
                  <a:ext uri="{FF2B5EF4-FFF2-40B4-BE49-F238E27FC236}">
                    <a16:creationId xmlns:a16="http://schemas.microsoft.com/office/drawing/2014/main" id="{B402E70D-29C5-2573-206D-A7FCD23FCE38}"/>
                  </a:ext>
                </a:extLst>
              </p:cNvPr>
              <p:cNvSpPr txBox="1"/>
              <p:nvPr/>
            </p:nvSpPr>
            <p:spPr>
              <a:xfrm>
                <a:off x="-8417" y="1376874"/>
                <a:ext cx="151558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2200" dirty="0"/>
                  <a:t>Subj. 1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419" sz="2200" dirty="0"/>
              </a:p>
            </p:txBody>
          </p:sp>
        </mc:Choice>
        <mc:Fallback xmlns="">
          <p:sp>
            <p:nvSpPr>
              <p:cNvPr id="549" name="CuadroTexto 548">
                <a:extLst>
                  <a:ext uri="{FF2B5EF4-FFF2-40B4-BE49-F238E27FC236}">
                    <a16:creationId xmlns:a16="http://schemas.microsoft.com/office/drawing/2014/main" id="{B402E70D-29C5-2573-206D-A7FCD23FC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17" y="1376874"/>
                <a:ext cx="1515583" cy="769441"/>
              </a:xfrm>
              <a:prstGeom prst="rect">
                <a:avLst/>
              </a:prstGeom>
              <a:blipFill>
                <a:blip r:embed="rId2"/>
                <a:stretch>
                  <a:fillRect t="-555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5" name="Elipse 464">
            <a:extLst>
              <a:ext uri="{FF2B5EF4-FFF2-40B4-BE49-F238E27FC236}">
                <a16:creationId xmlns:a16="http://schemas.microsoft.com/office/drawing/2014/main" id="{E818386C-9EF7-6582-836C-048A314B5C39}"/>
              </a:ext>
            </a:extLst>
          </p:cNvPr>
          <p:cNvSpPr/>
          <p:nvPr/>
        </p:nvSpPr>
        <p:spPr>
          <a:xfrm>
            <a:off x="2383285" y="2823132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68" name="Elipse 467">
            <a:extLst>
              <a:ext uri="{FF2B5EF4-FFF2-40B4-BE49-F238E27FC236}">
                <a16:creationId xmlns:a16="http://schemas.microsoft.com/office/drawing/2014/main" id="{EBA2AC97-ECEC-4905-D514-C56E8B2EF934}"/>
              </a:ext>
            </a:extLst>
          </p:cNvPr>
          <p:cNvSpPr/>
          <p:nvPr/>
        </p:nvSpPr>
        <p:spPr>
          <a:xfrm>
            <a:off x="1469384" y="3050853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69" name="Elipse 468">
            <a:extLst>
              <a:ext uri="{FF2B5EF4-FFF2-40B4-BE49-F238E27FC236}">
                <a16:creationId xmlns:a16="http://schemas.microsoft.com/office/drawing/2014/main" id="{BEE8819F-B326-F3A6-BAE6-83750EA3B740}"/>
              </a:ext>
            </a:extLst>
          </p:cNvPr>
          <p:cNvSpPr/>
          <p:nvPr/>
        </p:nvSpPr>
        <p:spPr>
          <a:xfrm>
            <a:off x="2383285" y="4350514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70" name="Elipse 469">
            <a:extLst>
              <a:ext uri="{FF2B5EF4-FFF2-40B4-BE49-F238E27FC236}">
                <a16:creationId xmlns:a16="http://schemas.microsoft.com/office/drawing/2014/main" id="{D5B1922B-3FF2-8FDF-E062-2B127680C17D}"/>
              </a:ext>
            </a:extLst>
          </p:cNvPr>
          <p:cNvSpPr/>
          <p:nvPr/>
        </p:nvSpPr>
        <p:spPr>
          <a:xfrm>
            <a:off x="1472638" y="4104330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71" name="Elipse 470">
            <a:extLst>
              <a:ext uri="{FF2B5EF4-FFF2-40B4-BE49-F238E27FC236}">
                <a16:creationId xmlns:a16="http://schemas.microsoft.com/office/drawing/2014/main" id="{9785751C-8DE9-98E1-07D9-6946A9843FAE}"/>
              </a:ext>
            </a:extLst>
          </p:cNvPr>
          <p:cNvSpPr/>
          <p:nvPr/>
        </p:nvSpPr>
        <p:spPr>
          <a:xfrm>
            <a:off x="2917048" y="3543725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472" name="Conector recto de flecha 471">
            <a:extLst>
              <a:ext uri="{FF2B5EF4-FFF2-40B4-BE49-F238E27FC236}">
                <a16:creationId xmlns:a16="http://schemas.microsoft.com/office/drawing/2014/main" id="{5E1CEC85-86DD-C71B-A173-0EC06C30625B}"/>
              </a:ext>
            </a:extLst>
          </p:cNvPr>
          <p:cNvCxnSpPr>
            <a:cxnSpLocks/>
            <a:stCxn id="469" idx="1"/>
            <a:endCxn id="465" idx="3"/>
          </p:cNvCxnSpPr>
          <p:nvPr/>
        </p:nvCxnSpPr>
        <p:spPr>
          <a:xfrm flipV="1">
            <a:off x="2422706" y="3052895"/>
            <a:ext cx="0" cy="1337039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ector recto de flecha 472">
            <a:extLst>
              <a:ext uri="{FF2B5EF4-FFF2-40B4-BE49-F238E27FC236}">
                <a16:creationId xmlns:a16="http://schemas.microsoft.com/office/drawing/2014/main" id="{5F93028B-02FF-2F82-472A-E9060BB870DF}"/>
              </a:ext>
            </a:extLst>
          </p:cNvPr>
          <p:cNvCxnSpPr>
            <a:cxnSpLocks/>
            <a:stCxn id="471" idx="1"/>
            <a:endCxn id="465" idx="5"/>
          </p:cNvCxnSpPr>
          <p:nvPr/>
        </p:nvCxnSpPr>
        <p:spPr>
          <a:xfrm flipH="1" flipV="1">
            <a:off x="2613048" y="3052895"/>
            <a:ext cx="343420" cy="53025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ector recto de flecha 473">
            <a:extLst>
              <a:ext uri="{FF2B5EF4-FFF2-40B4-BE49-F238E27FC236}">
                <a16:creationId xmlns:a16="http://schemas.microsoft.com/office/drawing/2014/main" id="{6EC24390-3087-EF30-6F1F-A523D4D16BEF}"/>
              </a:ext>
            </a:extLst>
          </p:cNvPr>
          <p:cNvCxnSpPr>
            <a:cxnSpLocks/>
            <a:stCxn id="471" idx="4"/>
            <a:endCxn id="469" idx="7"/>
          </p:cNvCxnSpPr>
          <p:nvPr/>
        </p:nvCxnSpPr>
        <p:spPr>
          <a:xfrm flipH="1">
            <a:off x="2613048" y="3812909"/>
            <a:ext cx="438591" cy="57702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ector recto de flecha 474">
            <a:extLst>
              <a:ext uri="{FF2B5EF4-FFF2-40B4-BE49-F238E27FC236}">
                <a16:creationId xmlns:a16="http://schemas.microsoft.com/office/drawing/2014/main" id="{5F3B38E6-F11D-B75C-74A1-0CBAC763ECF0}"/>
              </a:ext>
            </a:extLst>
          </p:cNvPr>
          <p:cNvCxnSpPr>
            <a:cxnSpLocks/>
            <a:stCxn id="470" idx="7"/>
            <a:endCxn id="471" idx="3"/>
          </p:cNvCxnSpPr>
          <p:nvPr/>
        </p:nvCxnSpPr>
        <p:spPr>
          <a:xfrm flipV="1">
            <a:off x="1702401" y="3773488"/>
            <a:ext cx="1254067" cy="370263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ector recto de flecha 475">
            <a:extLst>
              <a:ext uri="{FF2B5EF4-FFF2-40B4-BE49-F238E27FC236}">
                <a16:creationId xmlns:a16="http://schemas.microsoft.com/office/drawing/2014/main" id="{712BC848-69A3-5723-C36C-5700F6DC6A59}"/>
              </a:ext>
            </a:extLst>
          </p:cNvPr>
          <p:cNvCxnSpPr>
            <a:cxnSpLocks/>
            <a:stCxn id="468" idx="5"/>
            <a:endCxn id="471" idx="1"/>
          </p:cNvCxnSpPr>
          <p:nvPr/>
        </p:nvCxnSpPr>
        <p:spPr>
          <a:xfrm>
            <a:off x="1699147" y="3280616"/>
            <a:ext cx="1257321" cy="30252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ector recto de flecha 476">
            <a:extLst>
              <a:ext uri="{FF2B5EF4-FFF2-40B4-BE49-F238E27FC236}">
                <a16:creationId xmlns:a16="http://schemas.microsoft.com/office/drawing/2014/main" id="{6DBF3147-0393-6E26-E888-83E34B1D9C77}"/>
              </a:ext>
            </a:extLst>
          </p:cNvPr>
          <p:cNvCxnSpPr>
            <a:cxnSpLocks/>
            <a:stCxn id="468" idx="7"/>
            <a:endCxn id="465" idx="1"/>
          </p:cNvCxnSpPr>
          <p:nvPr/>
        </p:nvCxnSpPr>
        <p:spPr>
          <a:xfrm flipV="1">
            <a:off x="1699147" y="2862553"/>
            <a:ext cx="723559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ector recto de flecha 477">
            <a:extLst>
              <a:ext uri="{FF2B5EF4-FFF2-40B4-BE49-F238E27FC236}">
                <a16:creationId xmlns:a16="http://schemas.microsoft.com/office/drawing/2014/main" id="{0B8B004E-A0CE-1109-59FA-1615DFDBE956}"/>
              </a:ext>
            </a:extLst>
          </p:cNvPr>
          <p:cNvCxnSpPr>
            <a:cxnSpLocks/>
            <a:stCxn id="465" idx="2"/>
            <a:endCxn id="468" idx="6"/>
          </p:cNvCxnSpPr>
          <p:nvPr/>
        </p:nvCxnSpPr>
        <p:spPr>
          <a:xfrm flipH="1">
            <a:off x="1738568" y="2957724"/>
            <a:ext cx="644717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ector recto de flecha 478">
            <a:extLst>
              <a:ext uri="{FF2B5EF4-FFF2-40B4-BE49-F238E27FC236}">
                <a16:creationId xmlns:a16="http://schemas.microsoft.com/office/drawing/2014/main" id="{4B4B2B19-16C9-3CBD-198F-9864515EDC99}"/>
              </a:ext>
            </a:extLst>
          </p:cNvPr>
          <p:cNvCxnSpPr>
            <a:cxnSpLocks/>
            <a:stCxn id="465" idx="4"/>
            <a:endCxn id="469" idx="0"/>
          </p:cNvCxnSpPr>
          <p:nvPr/>
        </p:nvCxnSpPr>
        <p:spPr>
          <a:xfrm>
            <a:off x="2517877" y="3092316"/>
            <a:ext cx="0" cy="1258197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ector recto de flecha 479">
            <a:extLst>
              <a:ext uri="{FF2B5EF4-FFF2-40B4-BE49-F238E27FC236}">
                <a16:creationId xmlns:a16="http://schemas.microsoft.com/office/drawing/2014/main" id="{E1CED999-3ADF-7BCC-BBB9-6161823CC46E}"/>
              </a:ext>
            </a:extLst>
          </p:cNvPr>
          <p:cNvCxnSpPr>
            <a:stCxn id="465" idx="6"/>
            <a:endCxn id="471" idx="0"/>
          </p:cNvCxnSpPr>
          <p:nvPr/>
        </p:nvCxnSpPr>
        <p:spPr>
          <a:xfrm>
            <a:off x="2652469" y="2957724"/>
            <a:ext cx="399170" cy="58600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1" name="Grupo 480">
            <a:extLst>
              <a:ext uri="{FF2B5EF4-FFF2-40B4-BE49-F238E27FC236}">
                <a16:creationId xmlns:a16="http://schemas.microsoft.com/office/drawing/2014/main" id="{6C1A2F2F-F20B-14AB-3F4E-9237AE68E5CB}"/>
              </a:ext>
            </a:extLst>
          </p:cNvPr>
          <p:cNvGrpSpPr/>
          <p:nvPr/>
        </p:nvGrpSpPr>
        <p:grpSpPr>
          <a:xfrm>
            <a:off x="1469383" y="4838644"/>
            <a:ext cx="1716848" cy="1796566"/>
            <a:chOff x="1469383" y="851888"/>
            <a:chExt cx="2698937" cy="2824255"/>
          </a:xfrm>
        </p:grpSpPr>
        <p:sp>
          <p:nvSpPr>
            <p:cNvPr id="482" name="Elipse 481">
              <a:extLst>
                <a:ext uri="{FF2B5EF4-FFF2-40B4-BE49-F238E27FC236}">
                  <a16:creationId xmlns:a16="http://schemas.microsoft.com/office/drawing/2014/main" id="{A0254FDB-166D-D483-2D1E-386785C7582C}"/>
                </a:ext>
              </a:extLst>
            </p:cNvPr>
            <p:cNvSpPr/>
            <p:nvPr/>
          </p:nvSpPr>
          <p:spPr>
            <a:xfrm>
              <a:off x="2906063" y="851888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400" dirty="0">
                  <a:solidFill>
                    <a:schemeClr val="tx1"/>
                  </a:solidFill>
                </a:rPr>
                <a:t>D</a:t>
              </a:r>
              <a:endParaRPr lang="es-419" sz="2400" dirty="0">
                <a:solidFill>
                  <a:schemeClr val="tx1"/>
                </a:solidFill>
              </a:endParaRPr>
            </a:p>
          </p:txBody>
        </p:sp>
        <p:sp>
          <p:nvSpPr>
            <p:cNvPr id="483" name="Elipse 482">
              <a:extLst>
                <a:ext uri="{FF2B5EF4-FFF2-40B4-BE49-F238E27FC236}">
                  <a16:creationId xmlns:a16="http://schemas.microsoft.com/office/drawing/2014/main" id="{3769BE76-3DEE-1790-57EC-B4F70CE8AF3F}"/>
                </a:ext>
              </a:extLst>
            </p:cNvPr>
            <p:cNvSpPr/>
            <p:nvPr/>
          </p:nvSpPr>
          <p:spPr>
            <a:xfrm>
              <a:off x="1469383" y="1209872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400" dirty="0">
                  <a:solidFill>
                    <a:schemeClr val="tx1"/>
                  </a:solidFill>
                </a:rPr>
                <a:t>S</a:t>
              </a:r>
              <a:endParaRPr lang="es-419" sz="2400" dirty="0">
                <a:solidFill>
                  <a:schemeClr val="tx1"/>
                </a:solidFill>
              </a:endParaRPr>
            </a:p>
          </p:txBody>
        </p:sp>
        <p:sp>
          <p:nvSpPr>
            <p:cNvPr id="484" name="Elipse 483">
              <a:extLst>
                <a:ext uri="{FF2B5EF4-FFF2-40B4-BE49-F238E27FC236}">
                  <a16:creationId xmlns:a16="http://schemas.microsoft.com/office/drawing/2014/main" id="{3BA5D6FE-719F-63AF-1122-E9C57039E0F3}"/>
                </a:ext>
              </a:extLst>
            </p:cNvPr>
            <p:cNvSpPr/>
            <p:nvPr/>
          </p:nvSpPr>
          <p:spPr>
            <a:xfrm>
              <a:off x="2906063" y="3252977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400" dirty="0">
                  <a:solidFill>
                    <a:schemeClr val="tx1"/>
                  </a:solidFill>
                </a:rPr>
                <a:t>P</a:t>
              </a:r>
              <a:endParaRPr lang="es-419" sz="2400" dirty="0">
                <a:solidFill>
                  <a:schemeClr val="tx1"/>
                </a:solidFill>
              </a:endParaRPr>
            </a:p>
          </p:txBody>
        </p:sp>
        <p:sp>
          <p:nvSpPr>
            <p:cNvPr id="485" name="Elipse 484">
              <a:extLst>
                <a:ext uri="{FF2B5EF4-FFF2-40B4-BE49-F238E27FC236}">
                  <a16:creationId xmlns:a16="http://schemas.microsoft.com/office/drawing/2014/main" id="{488EC0C0-0BA0-A601-5D37-8F6D571B9F69}"/>
                </a:ext>
              </a:extLst>
            </p:cNvPr>
            <p:cNvSpPr/>
            <p:nvPr/>
          </p:nvSpPr>
          <p:spPr>
            <a:xfrm>
              <a:off x="1474498" y="2865970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400" dirty="0">
                  <a:solidFill>
                    <a:schemeClr val="tx1"/>
                  </a:solidFill>
                </a:rPr>
                <a:t>C</a:t>
              </a:r>
              <a:endParaRPr lang="es-419" sz="2400" dirty="0">
                <a:solidFill>
                  <a:schemeClr val="tx1"/>
                </a:solidFill>
              </a:endParaRPr>
            </a:p>
          </p:txBody>
        </p:sp>
        <p:sp>
          <p:nvSpPr>
            <p:cNvPr id="486" name="Elipse 485">
              <a:extLst>
                <a:ext uri="{FF2B5EF4-FFF2-40B4-BE49-F238E27FC236}">
                  <a16:creationId xmlns:a16="http://schemas.microsoft.com/office/drawing/2014/main" id="{53769809-00EA-AA72-8DED-405AE29FEBAE}"/>
                </a:ext>
              </a:extLst>
            </p:cNvPr>
            <p:cNvSpPr/>
            <p:nvPr/>
          </p:nvSpPr>
          <p:spPr>
            <a:xfrm>
              <a:off x="3745154" y="1984681"/>
              <a:ext cx="423166" cy="42316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400" dirty="0">
                  <a:solidFill>
                    <a:schemeClr val="tx1"/>
                  </a:solidFill>
                </a:rPr>
                <a:t>A</a:t>
              </a:r>
              <a:endParaRPr lang="es-419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487" name="Conector recto de flecha 486">
              <a:extLst>
                <a:ext uri="{FF2B5EF4-FFF2-40B4-BE49-F238E27FC236}">
                  <a16:creationId xmlns:a16="http://schemas.microsoft.com/office/drawing/2014/main" id="{0F1B5C5A-0BF5-8E14-ECD4-1DCBEDA01942}"/>
                </a:ext>
              </a:extLst>
            </p:cNvPr>
            <p:cNvCxnSpPr>
              <a:cxnSpLocks/>
              <a:stCxn id="484" idx="1"/>
              <a:endCxn id="482" idx="3"/>
            </p:cNvCxnSpPr>
            <p:nvPr/>
          </p:nvCxnSpPr>
          <p:spPr>
            <a:xfrm flipV="1">
              <a:off x="2968034" y="1213083"/>
              <a:ext cx="0" cy="2101865"/>
            </a:xfrm>
            <a:prstGeom prst="straightConnector1">
              <a:avLst/>
            </a:prstGeom>
            <a:ln w="762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Conector recto de flecha 487">
              <a:extLst>
                <a:ext uri="{FF2B5EF4-FFF2-40B4-BE49-F238E27FC236}">
                  <a16:creationId xmlns:a16="http://schemas.microsoft.com/office/drawing/2014/main" id="{1C271502-550D-7E82-456D-D0EC6D740A62}"/>
                </a:ext>
              </a:extLst>
            </p:cNvPr>
            <p:cNvCxnSpPr>
              <a:cxnSpLocks/>
              <a:stCxn id="486" idx="1"/>
              <a:endCxn id="482" idx="5"/>
            </p:cNvCxnSpPr>
            <p:nvPr/>
          </p:nvCxnSpPr>
          <p:spPr>
            <a:xfrm flipH="1" flipV="1">
              <a:off x="3267258" y="1213083"/>
              <a:ext cx="539867" cy="833569"/>
            </a:xfrm>
            <a:prstGeom prst="straightConnector1">
              <a:avLst/>
            </a:prstGeom>
            <a:ln w="762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Conector recto de flecha 488">
              <a:extLst>
                <a:ext uri="{FF2B5EF4-FFF2-40B4-BE49-F238E27FC236}">
                  <a16:creationId xmlns:a16="http://schemas.microsoft.com/office/drawing/2014/main" id="{361DD478-B8C2-5CE6-07EA-A090FC4A79D8}"/>
                </a:ext>
              </a:extLst>
            </p:cNvPr>
            <p:cNvCxnSpPr>
              <a:cxnSpLocks/>
              <a:stCxn id="486" idx="4"/>
              <a:endCxn id="484" idx="7"/>
            </p:cNvCxnSpPr>
            <p:nvPr/>
          </p:nvCxnSpPr>
          <p:spPr>
            <a:xfrm flipH="1">
              <a:off x="3267258" y="2407847"/>
              <a:ext cx="689479" cy="907101"/>
            </a:xfrm>
            <a:prstGeom prst="straightConnector1">
              <a:avLst/>
            </a:prstGeom>
            <a:ln w="762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Conector recto de flecha 489">
              <a:extLst>
                <a:ext uri="{FF2B5EF4-FFF2-40B4-BE49-F238E27FC236}">
                  <a16:creationId xmlns:a16="http://schemas.microsoft.com/office/drawing/2014/main" id="{153EA2F8-027D-F2A5-46B0-A63294304DF4}"/>
                </a:ext>
              </a:extLst>
            </p:cNvPr>
            <p:cNvCxnSpPr>
              <a:cxnSpLocks/>
              <a:stCxn id="485" idx="7"/>
              <a:endCxn id="486" idx="3"/>
            </p:cNvCxnSpPr>
            <p:nvPr/>
          </p:nvCxnSpPr>
          <p:spPr>
            <a:xfrm flipV="1">
              <a:off x="1835693" y="2345876"/>
              <a:ext cx="1971432" cy="582065"/>
            </a:xfrm>
            <a:prstGeom prst="straightConnector1">
              <a:avLst/>
            </a:prstGeom>
            <a:ln w="762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Conector recto de flecha 490">
              <a:extLst>
                <a:ext uri="{FF2B5EF4-FFF2-40B4-BE49-F238E27FC236}">
                  <a16:creationId xmlns:a16="http://schemas.microsoft.com/office/drawing/2014/main" id="{7E8044FA-65A6-7D8C-029A-3076143BDB38}"/>
                </a:ext>
              </a:extLst>
            </p:cNvPr>
            <p:cNvCxnSpPr>
              <a:cxnSpLocks/>
              <a:stCxn id="483" idx="5"/>
              <a:endCxn id="486" idx="1"/>
            </p:cNvCxnSpPr>
            <p:nvPr/>
          </p:nvCxnSpPr>
          <p:spPr>
            <a:xfrm>
              <a:off x="1830578" y="1571067"/>
              <a:ext cx="1976547" cy="475585"/>
            </a:xfrm>
            <a:prstGeom prst="straightConnector1">
              <a:avLst/>
            </a:prstGeom>
            <a:ln w="762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Conector recto de flecha 491">
              <a:extLst>
                <a:ext uri="{FF2B5EF4-FFF2-40B4-BE49-F238E27FC236}">
                  <a16:creationId xmlns:a16="http://schemas.microsoft.com/office/drawing/2014/main" id="{A58BE285-1BBA-81F3-6FD2-B2E4F1806837}"/>
                </a:ext>
              </a:extLst>
            </p:cNvPr>
            <p:cNvCxnSpPr>
              <a:cxnSpLocks/>
              <a:stCxn id="483" idx="7"/>
              <a:endCxn id="482" idx="1"/>
            </p:cNvCxnSpPr>
            <p:nvPr/>
          </p:nvCxnSpPr>
          <p:spPr>
            <a:xfrm flipV="1">
              <a:off x="1830578" y="913859"/>
              <a:ext cx="1137456" cy="357984"/>
            </a:xfrm>
            <a:prstGeom prst="straightConnector1">
              <a:avLst/>
            </a:prstGeom>
            <a:ln w="762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Conector recto de flecha 492">
              <a:extLst>
                <a:ext uri="{FF2B5EF4-FFF2-40B4-BE49-F238E27FC236}">
                  <a16:creationId xmlns:a16="http://schemas.microsoft.com/office/drawing/2014/main" id="{A7DD0DE2-E5E8-5AAA-132F-5C8AB7E783BF}"/>
                </a:ext>
              </a:extLst>
            </p:cNvPr>
            <p:cNvCxnSpPr>
              <a:cxnSpLocks/>
              <a:stCxn id="482" idx="2"/>
              <a:endCxn id="483" idx="6"/>
            </p:cNvCxnSpPr>
            <p:nvPr/>
          </p:nvCxnSpPr>
          <p:spPr>
            <a:xfrm flipH="1">
              <a:off x="1892549" y="1063471"/>
              <a:ext cx="1013514" cy="357984"/>
            </a:xfrm>
            <a:prstGeom prst="straightConnector1">
              <a:avLst/>
            </a:prstGeom>
            <a:ln w="762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Conector recto de flecha 493">
              <a:extLst>
                <a:ext uri="{FF2B5EF4-FFF2-40B4-BE49-F238E27FC236}">
                  <a16:creationId xmlns:a16="http://schemas.microsoft.com/office/drawing/2014/main" id="{9F8081BB-853D-A2A2-9637-5893CEA8BA10}"/>
                </a:ext>
              </a:extLst>
            </p:cNvPr>
            <p:cNvCxnSpPr>
              <a:cxnSpLocks/>
              <a:stCxn id="482" idx="4"/>
              <a:endCxn id="484" idx="0"/>
            </p:cNvCxnSpPr>
            <p:nvPr/>
          </p:nvCxnSpPr>
          <p:spPr>
            <a:xfrm>
              <a:off x="3117646" y="1275054"/>
              <a:ext cx="0" cy="1977923"/>
            </a:xfrm>
            <a:prstGeom prst="straightConnector1">
              <a:avLst/>
            </a:prstGeom>
            <a:ln w="762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Conector recto de flecha 494">
              <a:extLst>
                <a:ext uri="{FF2B5EF4-FFF2-40B4-BE49-F238E27FC236}">
                  <a16:creationId xmlns:a16="http://schemas.microsoft.com/office/drawing/2014/main" id="{71AEE9C7-756E-B1A5-8DF8-16E4D2869546}"/>
                </a:ext>
              </a:extLst>
            </p:cNvPr>
            <p:cNvCxnSpPr>
              <a:stCxn id="482" idx="6"/>
              <a:endCxn id="486" idx="0"/>
            </p:cNvCxnSpPr>
            <p:nvPr/>
          </p:nvCxnSpPr>
          <p:spPr>
            <a:xfrm>
              <a:off x="3329229" y="1063471"/>
              <a:ext cx="627508" cy="921210"/>
            </a:xfrm>
            <a:prstGeom prst="straightConnector1">
              <a:avLst/>
            </a:prstGeom>
            <a:ln w="762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7" name="CuadroTexto 496">
                <a:extLst>
                  <a:ext uri="{FF2B5EF4-FFF2-40B4-BE49-F238E27FC236}">
                    <a16:creationId xmlns:a16="http://schemas.microsoft.com/office/drawing/2014/main" id="{522E4776-BBA3-FB9D-C17E-A99FF35CEA99}"/>
                  </a:ext>
                </a:extLst>
              </p:cNvPr>
              <p:cNvSpPr txBox="1"/>
              <p:nvPr/>
            </p:nvSpPr>
            <p:spPr>
              <a:xfrm>
                <a:off x="-16021" y="3349598"/>
                <a:ext cx="151558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2200" dirty="0"/>
                  <a:t>Subj. 2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s-419" sz="2200" dirty="0"/>
              </a:p>
            </p:txBody>
          </p:sp>
        </mc:Choice>
        <mc:Fallback xmlns="">
          <p:sp>
            <p:nvSpPr>
              <p:cNvPr id="497" name="CuadroTexto 496">
                <a:extLst>
                  <a:ext uri="{FF2B5EF4-FFF2-40B4-BE49-F238E27FC236}">
                    <a16:creationId xmlns:a16="http://schemas.microsoft.com/office/drawing/2014/main" id="{522E4776-BBA3-FB9D-C17E-A99FF35CE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021" y="3349598"/>
                <a:ext cx="1515583" cy="769441"/>
              </a:xfrm>
              <a:prstGeom prst="rect">
                <a:avLst/>
              </a:prstGeom>
              <a:blipFill>
                <a:blip r:embed="rId3"/>
                <a:stretch>
                  <a:fillRect t="-4724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9" name="CuadroTexto 498">
                <a:extLst>
                  <a:ext uri="{FF2B5EF4-FFF2-40B4-BE49-F238E27FC236}">
                    <a16:creationId xmlns:a16="http://schemas.microsoft.com/office/drawing/2014/main" id="{67512723-3C2E-CD9B-FF15-34B63DF4F779}"/>
                  </a:ext>
                </a:extLst>
              </p:cNvPr>
              <p:cNvSpPr txBox="1"/>
              <p:nvPr/>
            </p:nvSpPr>
            <p:spPr>
              <a:xfrm>
                <a:off x="0" y="5342975"/>
                <a:ext cx="151558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2200" dirty="0"/>
                  <a:t>Subj. 3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MX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sz="2200" dirty="0"/>
                  <a:t>2</a:t>
                </a:r>
              </a:p>
            </p:txBody>
          </p:sp>
        </mc:Choice>
        <mc:Fallback xmlns="">
          <p:sp>
            <p:nvSpPr>
              <p:cNvPr id="499" name="CuadroTexto 498">
                <a:extLst>
                  <a:ext uri="{FF2B5EF4-FFF2-40B4-BE49-F238E27FC236}">
                    <a16:creationId xmlns:a16="http://schemas.microsoft.com/office/drawing/2014/main" id="{67512723-3C2E-CD9B-FF15-34B63DF4F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42975"/>
                <a:ext cx="1515583" cy="769441"/>
              </a:xfrm>
              <a:prstGeom prst="rect">
                <a:avLst/>
              </a:prstGeom>
              <a:blipFill>
                <a:blip r:embed="rId4"/>
                <a:stretch>
                  <a:fillRect t="-4724" b="-15748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1" name="CuadroTexto 500">
            <a:extLst>
              <a:ext uri="{FF2B5EF4-FFF2-40B4-BE49-F238E27FC236}">
                <a16:creationId xmlns:a16="http://schemas.microsoft.com/office/drawing/2014/main" id="{5401C03F-EF19-BB6B-F2CA-87965266532F}"/>
              </a:ext>
            </a:extLst>
          </p:cNvPr>
          <p:cNvSpPr txBox="1"/>
          <p:nvPr/>
        </p:nvSpPr>
        <p:spPr>
          <a:xfrm>
            <a:off x="3228956" y="3344909"/>
            <a:ext cx="725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dirty="0"/>
              <a:t>=</a:t>
            </a:r>
            <a:endParaRPr lang="es-419" sz="4000" dirty="0"/>
          </a:p>
        </p:txBody>
      </p:sp>
      <p:sp>
        <p:nvSpPr>
          <p:cNvPr id="503" name="CuadroTexto 502">
            <a:extLst>
              <a:ext uri="{FF2B5EF4-FFF2-40B4-BE49-F238E27FC236}">
                <a16:creationId xmlns:a16="http://schemas.microsoft.com/office/drawing/2014/main" id="{54CFF444-F2F1-4B4F-C788-529505508608}"/>
              </a:ext>
            </a:extLst>
          </p:cNvPr>
          <p:cNvSpPr txBox="1"/>
          <p:nvPr/>
        </p:nvSpPr>
        <p:spPr>
          <a:xfrm>
            <a:off x="3228956" y="5342975"/>
            <a:ext cx="725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dirty="0"/>
              <a:t>=</a:t>
            </a:r>
            <a:endParaRPr lang="es-419" sz="4000" dirty="0"/>
          </a:p>
        </p:txBody>
      </p:sp>
      <p:sp>
        <p:nvSpPr>
          <p:cNvPr id="552" name="Elipse 551">
            <a:extLst>
              <a:ext uri="{FF2B5EF4-FFF2-40B4-BE49-F238E27FC236}">
                <a16:creationId xmlns:a16="http://schemas.microsoft.com/office/drawing/2014/main" id="{873E902C-4A51-E332-B439-0D1890EA9916}"/>
              </a:ext>
            </a:extLst>
          </p:cNvPr>
          <p:cNvSpPr/>
          <p:nvPr/>
        </p:nvSpPr>
        <p:spPr>
          <a:xfrm>
            <a:off x="4816013" y="849008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53" name="Elipse 552">
            <a:extLst>
              <a:ext uri="{FF2B5EF4-FFF2-40B4-BE49-F238E27FC236}">
                <a16:creationId xmlns:a16="http://schemas.microsoft.com/office/drawing/2014/main" id="{25A52FB7-E333-0C51-CD3D-7951EF1FFE70}"/>
              </a:ext>
            </a:extLst>
          </p:cNvPr>
          <p:cNvSpPr/>
          <p:nvPr/>
        </p:nvSpPr>
        <p:spPr>
          <a:xfrm>
            <a:off x="3902112" y="1076729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54" name="Elipse 553">
            <a:extLst>
              <a:ext uri="{FF2B5EF4-FFF2-40B4-BE49-F238E27FC236}">
                <a16:creationId xmlns:a16="http://schemas.microsoft.com/office/drawing/2014/main" id="{8B9195E9-2040-FB90-FA8D-9C21D76BEE0E}"/>
              </a:ext>
            </a:extLst>
          </p:cNvPr>
          <p:cNvSpPr/>
          <p:nvPr/>
        </p:nvSpPr>
        <p:spPr>
          <a:xfrm>
            <a:off x="4816013" y="2376390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55" name="Elipse 554">
            <a:extLst>
              <a:ext uri="{FF2B5EF4-FFF2-40B4-BE49-F238E27FC236}">
                <a16:creationId xmlns:a16="http://schemas.microsoft.com/office/drawing/2014/main" id="{ACD6AB90-2D7A-9ED8-BEC2-EEF684FB7E63}"/>
              </a:ext>
            </a:extLst>
          </p:cNvPr>
          <p:cNvSpPr/>
          <p:nvPr/>
        </p:nvSpPr>
        <p:spPr>
          <a:xfrm>
            <a:off x="3905366" y="2130206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56" name="Elipse 555">
            <a:extLst>
              <a:ext uri="{FF2B5EF4-FFF2-40B4-BE49-F238E27FC236}">
                <a16:creationId xmlns:a16="http://schemas.microsoft.com/office/drawing/2014/main" id="{937FAB7D-166B-DA38-7306-74D29C4924AC}"/>
              </a:ext>
            </a:extLst>
          </p:cNvPr>
          <p:cNvSpPr/>
          <p:nvPr/>
        </p:nvSpPr>
        <p:spPr>
          <a:xfrm>
            <a:off x="5349776" y="1569601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558" name="Conector recto de flecha 557">
            <a:extLst>
              <a:ext uri="{FF2B5EF4-FFF2-40B4-BE49-F238E27FC236}">
                <a16:creationId xmlns:a16="http://schemas.microsoft.com/office/drawing/2014/main" id="{F8EED16E-A636-4EE8-FF4A-FC78580112CA}"/>
              </a:ext>
            </a:extLst>
          </p:cNvPr>
          <p:cNvCxnSpPr>
            <a:cxnSpLocks/>
            <a:stCxn id="556" idx="1"/>
            <a:endCxn id="552" idx="5"/>
          </p:cNvCxnSpPr>
          <p:nvPr/>
        </p:nvCxnSpPr>
        <p:spPr>
          <a:xfrm flipH="1" flipV="1">
            <a:off x="5045776" y="1078771"/>
            <a:ext cx="343420" cy="53025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ector recto de flecha 558">
            <a:extLst>
              <a:ext uri="{FF2B5EF4-FFF2-40B4-BE49-F238E27FC236}">
                <a16:creationId xmlns:a16="http://schemas.microsoft.com/office/drawing/2014/main" id="{EBCB5829-4CF9-465C-C04E-EDB51025EE0C}"/>
              </a:ext>
            </a:extLst>
          </p:cNvPr>
          <p:cNvCxnSpPr>
            <a:cxnSpLocks/>
            <a:stCxn id="556" idx="4"/>
            <a:endCxn id="554" idx="7"/>
          </p:cNvCxnSpPr>
          <p:nvPr/>
        </p:nvCxnSpPr>
        <p:spPr>
          <a:xfrm flipH="1">
            <a:off x="5045776" y="1838785"/>
            <a:ext cx="438591" cy="57702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ector recto de flecha 559">
            <a:extLst>
              <a:ext uri="{FF2B5EF4-FFF2-40B4-BE49-F238E27FC236}">
                <a16:creationId xmlns:a16="http://schemas.microsoft.com/office/drawing/2014/main" id="{1A4BDDE2-4E33-DC13-43BC-75F1E3F96DF8}"/>
              </a:ext>
            </a:extLst>
          </p:cNvPr>
          <p:cNvCxnSpPr>
            <a:cxnSpLocks/>
            <a:stCxn id="555" idx="7"/>
            <a:endCxn id="556" idx="3"/>
          </p:cNvCxnSpPr>
          <p:nvPr/>
        </p:nvCxnSpPr>
        <p:spPr>
          <a:xfrm flipV="1">
            <a:off x="4135129" y="1799364"/>
            <a:ext cx="1254067" cy="370263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ector recto de flecha 560">
            <a:extLst>
              <a:ext uri="{FF2B5EF4-FFF2-40B4-BE49-F238E27FC236}">
                <a16:creationId xmlns:a16="http://schemas.microsoft.com/office/drawing/2014/main" id="{62F9A101-9D48-70B7-9812-92697D8CD5FC}"/>
              </a:ext>
            </a:extLst>
          </p:cNvPr>
          <p:cNvCxnSpPr>
            <a:cxnSpLocks/>
            <a:stCxn id="553" idx="5"/>
            <a:endCxn id="556" idx="1"/>
          </p:cNvCxnSpPr>
          <p:nvPr/>
        </p:nvCxnSpPr>
        <p:spPr>
          <a:xfrm>
            <a:off x="4131875" y="1306492"/>
            <a:ext cx="1257321" cy="30252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ector recto de flecha 561">
            <a:extLst>
              <a:ext uri="{FF2B5EF4-FFF2-40B4-BE49-F238E27FC236}">
                <a16:creationId xmlns:a16="http://schemas.microsoft.com/office/drawing/2014/main" id="{A1472CE8-A8D3-D8FA-40A0-E2FB42F1DAD3}"/>
              </a:ext>
            </a:extLst>
          </p:cNvPr>
          <p:cNvCxnSpPr>
            <a:cxnSpLocks/>
            <a:stCxn id="553" idx="7"/>
            <a:endCxn id="552" idx="1"/>
          </p:cNvCxnSpPr>
          <p:nvPr/>
        </p:nvCxnSpPr>
        <p:spPr>
          <a:xfrm flipV="1">
            <a:off x="4131875" y="888429"/>
            <a:ext cx="723559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ector recto de flecha 562">
            <a:extLst>
              <a:ext uri="{FF2B5EF4-FFF2-40B4-BE49-F238E27FC236}">
                <a16:creationId xmlns:a16="http://schemas.microsoft.com/office/drawing/2014/main" id="{1BD4B1BE-5ED5-E397-4FE1-33E63D69C086}"/>
              </a:ext>
            </a:extLst>
          </p:cNvPr>
          <p:cNvCxnSpPr>
            <a:cxnSpLocks/>
            <a:stCxn id="552" idx="2"/>
            <a:endCxn id="553" idx="6"/>
          </p:cNvCxnSpPr>
          <p:nvPr/>
        </p:nvCxnSpPr>
        <p:spPr>
          <a:xfrm flipH="1">
            <a:off x="4171296" y="983600"/>
            <a:ext cx="644717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Elipse 566">
            <a:extLst>
              <a:ext uri="{FF2B5EF4-FFF2-40B4-BE49-F238E27FC236}">
                <a16:creationId xmlns:a16="http://schemas.microsoft.com/office/drawing/2014/main" id="{06DD9F3A-68A8-1245-0DCB-6A60BF076B1E}"/>
              </a:ext>
            </a:extLst>
          </p:cNvPr>
          <p:cNvSpPr/>
          <p:nvPr/>
        </p:nvSpPr>
        <p:spPr>
          <a:xfrm>
            <a:off x="4816013" y="2820251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68" name="Elipse 567">
            <a:extLst>
              <a:ext uri="{FF2B5EF4-FFF2-40B4-BE49-F238E27FC236}">
                <a16:creationId xmlns:a16="http://schemas.microsoft.com/office/drawing/2014/main" id="{8455C54C-DAA1-CB16-D545-874688AC764D}"/>
              </a:ext>
            </a:extLst>
          </p:cNvPr>
          <p:cNvSpPr/>
          <p:nvPr/>
        </p:nvSpPr>
        <p:spPr>
          <a:xfrm>
            <a:off x="3902112" y="3047972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69" name="Elipse 568">
            <a:extLst>
              <a:ext uri="{FF2B5EF4-FFF2-40B4-BE49-F238E27FC236}">
                <a16:creationId xmlns:a16="http://schemas.microsoft.com/office/drawing/2014/main" id="{B1DF5419-9A42-0F5F-93E7-D18A6425BD04}"/>
              </a:ext>
            </a:extLst>
          </p:cNvPr>
          <p:cNvSpPr/>
          <p:nvPr/>
        </p:nvSpPr>
        <p:spPr>
          <a:xfrm>
            <a:off x="4816013" y="4347633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70" name="Elipse 569">
            <a:extLst>
              <a:ext uri="{FF2B5EF4-FFF2-40B4-BE49-F238E27FC236}">
                <a16:creationId xmlns:a16="http://schemas.microsoft.com/office/drawing/2014/main" id="{958EA575-031B-8DD2-8E2D-E01693CB3678}"/>
              </a:ext>
            </a:extLst>
          </p:cNvPr>
          <p:cNvSpPr/>
          <p:nvPr/>
        </p:nvSpPr>
        <p:spPr>
          <a:xfrm>
            <a:off x="3905366" y="4101449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71" name="Elipse 570">
            <a:extLst>
              <a:ext uri="{FF2B5EF4-FFF2-40B4-BE49-F238E27FC236}">
                <a16:creationId xmlns:a16="http://schemas.microsoft.com/office/drawing/2014/main" id="{8734D3C3-CB68-7B0B-53CC-7888E456A2FF}"/>
              </a:ext>
            </a:extLst>
          </p:cNvPr>
          <p:cNvSpPr/>
          <p:nvPr/>
        </p:nvSpPr>
        <p:spPr>
          <a:xfrm>
            <a:off x="5349776" y="3540844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573" name="Conector recto de flecha 572">
            <a:extLst>
              <a:ext uri="{FF2B5EF4-FFF2-40B4-BE49-F238E27FC236}">
                <a16:creationId xmlns:a16="http://schemas.microsoft.com/office/drawing/2014/main" id="{D59B6BD1-D28B-C6FF-4D0E-C44A61BEC7FA}"/>
              </a:ext>
            </a:extLst>
          </p:cNvPr>
          <p:cNvCxnSpPr>
            <a:cxnSpLocks/>
            <a:stCxn id="571" idx="1"/>
            <a:endCxn id="567" idx="5"/>
          </p:cNvCxnSpPr>
          <p:nvPr/>
        </p:nvCxnSpPr>
        <p:spPr>
          <a:xfrm flipH="1" flipV="1">
            <a:off x="5045776" y="3050014"/>
            <a:ext cx="343420" cy="53025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ector recto de flecha 573">
            <a:extLst>
              <a:ext uri="{FF2B5EF4-FFF2-40B4-BE49-F238E27FC236}">
                <a16:creationId xmlns:a16="http://schemas.microsoft.com/office/drawing/2014/main" id="{75D43035-8FAC-5049-02CD-61194962D4F1}"/>
              </a:ext>
            </a:extLst>
          </p:cNvPr>
          <p:cNvCxnSpPr>
            <a:cxnSpLocks/>
            <a:stCxn id="571" idx="4"/>
            <a:endCxn id="569" idx="7"/>
          </p:cNvCxnSpPr>
          <p:nvPr/>
        </p:nvCxnSpPr>
        <p:spPr>
          <a:xfrm flipH="1">
            <a:off x="5045776" y="3810028"/>
            <a:ext cx="438591" cy="57702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ector recto de flecha 574">
            <a:extLst>
              <a:ext uri="{FF2B5EF4-FFF2-40B4-BE49-F238E27FC236}">
                <a16:creationId xmlns:a16="http://schemas.microsoft.com/office/drawing/2014/main" id="{2EECC8B3-C498-525D-5AAB-3C6ABBE2477F}"/>
              </a:ext>
            </a:extLst>
          </p:cNvPr>
          <p:cNvCxnSpPr>
            <a:cxnSpLocks/>
            <a:stCxn id="570" idx="7"/>
            <a:endCxn id="571" idx="3"/>
          </p:cNvCxnSpPr>
          <p:nvPr/>
        </p:nvCxnSpPr>
        <p:spPr>
          <a:xfrm flipV="1">
            <a:off x="4135129" y="3770607"/>
            <a:ext cx="1254067" cy="370263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ector recto de flecha 319">
            <a:extLst>
              <a:ext uri="{FF2B5EF4-FFF2-40B4-BE49-F238E27FC236}">
                <a16:creationId xmlns:a16="http://schemas.microsoft.com/office/drawing/2014/main" id="{CAE67842-A2B7-CF31-8152-0B139345AC4E}"/>
              </a:ext>
            </a:extLst>
          </p:cNvPr>
          <p:cNvCxnSpPr>
            <a:cxnSpLocks/>
            <a:stCxn id="568" idx="5"/>
            <a:endCxn id="571" idx="1"/>
          </p:cNvCxnSpPr>
          <p:nvPr/>
        </p:nvCxnSpPr>
        <p:spPr>
          <a:xfrm>
            <a:off x="4131875" y="3277735"/>
            <a:ext cx="1257321" cy="30252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recto de flecha 320">
            <a:extLst>
              <a:ext uri="{FF2B5EF4-FFF2-40B4-BE49-F238E27FC236}">
                <a16:creationId xmlns:a16="http://schemas.microsoft.com/office/drawing/2014/main" id="{C457EB1F-AA92-F310-D6B2-6F5902C5BD71}"/>
              </a:ext>
            </a:extLst>
          </p:cNvPr>
          <p:cNvCxnSpPr>
            <a:cxnSpLocks/>
            <a:stCxn id="568" idx="7"/>
            <a:endCxn id="567" idx="1"/>
          </p:cNvCxnSpPr>
          <p:nvPr/>
        </p:nvCxnSpPr>
        <p:spPr>
          <a:xfrm flipV="1">
            <a:off x="4131875" y="2859672"/>
            <a:ext cx="723559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ector recto de flecha 321">
            <a:extLst>
              <a:ext uri="{FF2B5EF4-FFF2-40B4-BE49-F238E27FC236}">
                <a16:creationId xmlns:a16="http://schemas.microsoft.com/office/drawing/2014/main" id="{8FAE8CB6-7D8D-65B3-2610-DAD812FF4F65}"/>
              </a:ext>
            </a:extLst>
          </p:cNvPr>
          <p:cNvCxnSpPr>
            <a:cxnSpLocks/>
            <a:stCxn id="567" idx="2"/>
            <a:endCxn id="568" idx="6"/>
          </p:cNvCxnSpPr>
          <p:nvPr/>
        </p:nvCxnSpPr>
        <p:spPr>
          <a:xfrm flipH="1">
            <a:off x="4171296" y="2954843"/>
            <a:ext cx="644717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Elipse 325">
            <a:extLst>
              <a:ext uri="{FF2B5EF4-FFF2-40B4-BE49-F238E27FC236}">
                <a16:creationId xmlns:a16="http://schemas.microsoft.com/office/drawing/2014/main" id="{2F1F7E87-ECB2-3761-BB91-46611BABF6FF}"/>
              </a:ext>
            </a:extLst>
          </p:cNvPr>
          <p:cNvSpPr/>
          <p:nvPr/>
        </p:nvSpPr>
        <p:spPr>
          <a:xfrm>
            <a:off x="4816012" y="4835763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27" name="Elipse 326">
            <a:extLst>
              <a:ext uri="{FF2B5EF4-FFF2-40B4-BE49-F238E27FC236}">
                <a16:creationId xmlns:a16="http://schemas.microsoft.com/office/drawing/2014/main" id="{A90B6DFD-0A4F-15A5-7155-3768DAA53818}"/>
              </a:ext>
            </a:extLst>
          </p:cNvPr>
          <p:cNvSpPr/>
          <p:nvPr/>
        </p:nvSpPr>
        <p:spPr>
          <a:xfrm>
            <a:off x="3902111" y="5063484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28" name="Elipse 327">
            <a:extLst>
              <a:ext uri="{FF2B5EF4-FFF2-40B4-BE49-F238E27FC236}">
                <a16:creationId xmlns:a16="http://schemas.microsoft.com/office/drawing/2014/main" id="{BF199864-C6FE-D13E-5F39-E0C898841C07}"/>
              </a:ext>
            </a:extLst>
          </p:cNvPr>
          <p:cNvSpPr/>
          <p:nvPr/>
        </p:nvSpPr>
        <p:spPr>
          <a:xfrm>
            <a:off x="4816012" y="6363145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29" name="Elipse 328">
            <a:extLst>
              <a:ext uri="{FF2B5EF4-FFF2-40B4-BE49-F238E27FC236}">
                <a16:creationId xmlns:a16="http://schemas.microsoft.com/office/drawing/2014/main" id="{9A5BAB41-3E42-9749-6D5A-97D6E0C53E72}"/>
              </a:ext>
            </a:extLst>
          </p:cNvPr>
          <p:cNvSpPr/>
          <p:nvPr/>
        </p:nvSpPr>
        <p:spPr>
          <a:xfrm>
            <a:off x="3905365" y="6116961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30" name="Elipse 329">
            <a:extLst>
              <a:ext uri="{FF2B5EF4-FFF2-40B4-BE49-F238E27FC236}">
                <a16:creationId xmlns:a16="http://schemas.microsoft.com/office/drawing/2014/main" id="{2523E895-A6AD-5B11-8FCF-28621420FD0A}"/>
              </a:ext>
            </a:extLst>
          </p:cNvPr>
          <p:cNvSpPr/>
          <p:nvPr/>
        </p:nvSpPr>
        <p:spPr>
          <a:xfrm>
            <a:off x="5349775" y="5556356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32" name="Conector recto de flecha 331">
            <a:extLst>
              <a:ext uri="{FF2B5EF4-FFF2-40B4-BE49-F238E27FC236}">
                <a16:creationId xmlns:a16="http://schemas.microsoft.com/office/drawing/2014/main" id="{6F75A482-A431-2971-F6B6-65AAC2AF9852}"/>
              </a:ext>
            </a:extLst>
          </p:cNvPr>
          <p:cNvCxnSpPr>
            <a:cxnSpLocks/>
            <a:stCxn id="330" idx="1"/>
            <a:endCxn id="326" idx="5"/>
          </p:cNvCxnSpPr>
          <p:nvPr/>
        </p:nvCxnSpPr>
        <p:spPr>
          <a:xfrm flipH="1" flipV="1">
            <a:off x="5045775" y="5065526"/>
            <a:ext cx="343420" cy="53025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ector recto de flecha 332">
            <a:extLst>
              <a:ext uri="{FF2B5EF4-FFF2-40B4-BE49-F238E27FC236}">
                <a16:creationId xmlns:a16="http://schemas.microsoft.com/office/drawing/2014/main" id="{C625964E-9938-77C9-9E79-09DE00F3F2A8}"/>
              </a:ext>
            </a:extLst>
          </p:cNvPr>
          <p:cNvCxnSpPr>
            <a:cxnSpLocks/>
            <a:stCxn id="330" idx="4"/>
            <a:endCxn id="328" idx="7"/>
          </p:cNvCxnSpPr>
          <p:nvPr/>
        </p:nvCxnSpPr>
        <p:spPr>
          <a:xfrm flipH="1">
            <a:off x="5045775" y="5825540"/>
            <a:ext cx="438591" cy="57702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ector recto de flecha 333">
            <a:extLst>
              <a:ext uri="{FF2B5EF4-FFF2-40B4-BE49-F238E27FC236}">
                <a16:creationId xmlns:a16="http://schemas.microsoft.com/office/drawing/2014/main" id="{2B1D1F19-ED37-5983-E654-57CA1F64352F}"/>
              </a:ext>
            </a:extLst>
          </p:cNvPr>
          <p:cNvCxnSpPr>
            <a:cxnSpLocks/>
            <a:stCxn id="329" idx="7"/>
            <a:endCxn id="330" idx="3"/>
          </p:cNvCxnSpPr>
          <p:nvPr/>
        </p:nvCxnSpPr>
        <p:spPr>
          <a:xfrm flipV="1">
            <a:off x="4135128" y="5786119"/>
            <a:ext cx="1254067" cy="370263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ector recto de flecha 334">
            <a:extLst>
              <a:ext uri="{FF2B5EF4-FFF2-40B4-BE49-F238E27FC236}">
                <a16:creationId xmlns:a16="http://schemas.microsoft.com/office/drawing/2014/main" id="{711319C3-4F51-0D81-2B3C-30BC526B7787}"/>
              </a:ext>
            </a:extLst>
          </p:cNvPr>
          <p:cNvCxnSpPr>
            <a:cxnSpLocks/>
            <a:stCxn id="327" idx="5"/>
            <a:endCxn id="330" idx="1"/>
          </p:cNvCxnSpPr>
          <p:nvPr/>
        </p:nvCxnSpPr>
        <p:spPr>
          <a:xfrm>
            <a:off x="4131874" y="5293247"/>
            <a:ext cx="1257321" cy="30252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ector recto de flecha 335">
            <a:extLst>
              <a:ext uri="{FF2B5EF4-FFF2-40B4-BE49-F238E27FC236}">
                <a16:creationId xmlns:a16="http://schemas.microsoft.com/office/drawing/2014/main" id="{A3442640-9759-84FF-21A7-2233EC855312}"/>
              </a:ext>
            </a:extLst>
          </p:cNvPr>
          <p:cNvCxnSpPr>
            <a:cxnSpLocks/>
            <a:stCxn id="327" idx="7"/>
            <a:endCxn id="326" idx="1"/>
          </p:cNvCxnSpPr>
          <p:nvPr/>
        </p:nvCxnSpPr>
        <p:spPr>
          <a:xfrm flipV="1">
            <a:off x="4131874" y="4875184"/>
            <a:ext cx="723559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ector recto de flecha 336">
            <a:extLst>
              <a:ext uri="{FF2B5EF4-FFF2-40B4-BE49-F238E27FC236}">
                <a16:creationId xmlns:a16="http://schemas.microsoft.com/office/drawing/2014/main" id="{402E83E5-8E5E-BA2F-7600-AC04529193A3}"/>
              </a:ext>
            </a:extLst>
          </p:cNvPr>
          <p:cNvCxnSpPr>
            <a:cxnSpLocks/>
            <a:stCxn id="326" idx="2"/>
            <a:endCxn id="327" idx="6"/>
          </p:cNvCxnSpPr>
          <p:nvPr/>
        </p:nvCxnSpPr>
        <p:spPr>
          <a:xfrm flipH="1">
            <a:off x="4171295" y="4970355"/>
            <a:ext cx="644717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Elipse 351">
            <a:extLst>
              <a:ext uri="{FF2B5EF4-FFF2-40B4-BE49-F238E27FC236}">
                <a16:creationId xmlns:a16="http://schemas.microsoft.com/office/drawing/2014/main" id="{F3D989DB-FF43-78E8-0A61-FFA6EEB3E96B}"/>
              </a:ext>
            </a:extLst>
          </p:cNvPr>
          <p:cNvSpPr/>
          <p:nvPr/>
        </p:nvSpPr>
        <p:spPr>
          <a:xfrm>
            <a:off x="6436257" y="849008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3" name="Elipse 352">
            <a:extLst>
              <a:ext uri="{FF2B5EF4-FFF2-40B4-BE49-F238E27FC236}">
                <a16:creationId xmlns:a16="http://schemas.microsoft.com/office/drawing/2014/main" id="{0B269971-319B-B2C9-DA61-89B973B6AD01}"/>
              </a:ext>
            </a:extLst>
          </p:cNvPr>
          <p:cNvSpPr/>
          <p:nvPr/>
        </p:nvSpPr>
        <p:spPr>
          <a:xfrm>
            <a:off x="6436257" y="2376390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4" name="Elipse 353">
            <a:extLst>
              <a:ext uri="{FF2B5EF4-FFF2-40B4-BE49-F238E27FC236}">
                <a16:creationId xmlns:a16="http://schemas.microsoft.com/office/drawing/2014/main" id="{C77C5FB9-8284-149E-648D-1FB3811F1A9C}"/>
              </a:ext>
            </a:extLst>
          </p:cNvPr>
          <p:cNvSpPr/>
          <p:nvPr/>
        </p:nvSpPr>
        <p:spPr>
          <a:xfrm>
            <a:off x="6970020" y="1569601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65" name="Conector recto de flecha 364">
            <a:extLst>
              <a:ext uri="{FF2B5EF4-FFF2-40B4-BE49-F238E27FC236}">
                <a16:creationId xmlns:a16="http://schemas.microsoft.com/office/drawing/2014/main" id="{89028677-CF18-140C-B93A-FD54261EA342}"/>
              </a:ext>
            </a:extLst>
          </p:cNvPr>
          <p:cNvCxnSpPr>
            <a:cxnSpLocks/>
            <a:stCxn id="353" idx="1"/>
            <a:endCxn id="352" idx="3"/>
          </p:cNvCxnSpPr>
          <p:nvPr/>
        </p:nvCxnSpPr>
        <p:spPr>
          <a:xfrm flipV="1">
            <a:off x="6475678" y="1078771"/>
            <a:ext cx="0" cy="1337039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ector recto de flecha 367">
            <a:extLst>
              <a:ext uri="{FF2B5EF4-FFF2-40B4-BE49-F238E27FC236}">
                <a16:creationId xmlns:a16="http://schemas.microsoft.com/office/drawing/2014/main" id="{4FD3FCF7-330B-C924-0D7F-F11DF6C57597}"/>
              </a:ext>
            </a:extLst>
          </p:cNvPr>
          <p:cNvCxnSpPr>
            <a:cxnSpLocks/>
            <a:stCxn id="352" idx="4"/>
            <a:endCxn id="353" idx="0"/>
          </p:cNvCxnSpPr>
          <p:nvPr/>
        </p:nvCxnSpPr>
        <p:spPr>
          <a:xfrm>
            <a:off x="6570849" y="1118192"/>
            <a:ext cx="0" cy="125819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ector recto de flecha 368">
            <a:extLst>
              <a:ext uri="{FF2B5EF4-FFF2-40B4-BE49-F238E27FC236}">
                <a16:creationId xmlns:a16="http://schemas.microsoft.com/office/drawing/2014/main" id="{C9FA7614-CD90-ED91-2D93-871E047D70E3}"/>
              </a:ext>
            </a:extLst>
          </p:cNvPr>
          <p:cNvCxnSpPr>
            <a:stCxn id="352" idx="6"/>
            <a:endCxn id="354" idx="0"/>
          </p:cNvCxnSpPr>
          <p:nvPr/>
        </p:nvCxnSpPr>
        <p:spPr>
          <a:xfrm>
            <a:off x="6705441" y="983600"/>
            <a:ext cx="399170" cy="58600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Elipse 369">
            <a:extLst>
              <a:ext uri="{FF2B5EF4-FFF2-40B4-BE49-F238E27FC236}">
                <a16:creationId xmlns:a16="http://schemas.microsoft.com/office/drawing/2014/main" id="{45AA1738-BA1A-D6CE-633A-C459C1EB1CA9}"/>
              </a:ext>
            </a:extLst>
          </p:cNvPr>
          <p:cNvSpPr/>
          <p:nvPr/>
        </p:nvSpPr>
        <p:spPr>
          <a:xfrm>
            <a:off x="6436257" y="2820251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71" name="Elipse 370">
            <a:extLst>
              <a:ext uri="{FF2B5EF4-FFF2-40B4-BE49-F238E27FC236}">
                <a16:creationId xmlns:a16="http://schemas.microsoft.com/office/drawing/2014/main" id="{74E4F2B7-8FA1-7AB5-A963-93F6F8530AF9}"/>
              </a:ext>
            </a:extLst>
          </p:cNvPr>
          <p:cNvSpPr/>
          <p:nvPr/>
        </p:nvSpPr>
        <p:spPr>
          <a:xfrm>
            <a:off x="6436257" y="4347633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72" name="Elipse 371">
            <a:extLst>
              <a:ext uri="{FF2B5EF4-FFF2-40B4-BE49-F238E27FC236}">
                <a16:creationId xmlns:a16="http://schemas.microsoft.com/office/drawing/2014/main" id="{E0D2FBC6-3008-027C-BDFD-F58049280426}"/>
              </a:ext>
            </a:extLst>
          </p:cNvPr>
          <p:cNvSpPr/>
          <p:nvPr/>
        </p:nvSpPr>
        <p:spPr>
          <a:xfrm>
            <a:off x="6970020" y="3540844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73" name="Conector recto de flecha 372">
            <a:extLst>
              <a:ext uri="{FF2B5EF4-FFF2-40B4-BE49-F238E27FC236}">
                <a16:creationId xmlns:a16="http://schemas.microsoft.com/office/drawing/2014/main" id="{5FF5EDFF-7104-211E-E874-AAAC00884B1E}"/>
              </a:ext>
            </a:extLst>
          </p:cNvPr>
          <p:cNvCxnSpPr>
            <a:cxnSpLocks/>
            <a:stCxn id="371" idx="1"/>
            <a:endCxn id="370" idx="3"/>
          </p:cNvCxnSpPr>
          <p:nvPr/>
        </p:nvCxnSpPr>
        <p:spPr>
          <a:xfrm flipV="1">
            <a:off x="6475678" y="3050014"/>
            <a:ext cx="0" cy="1337039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ector recto de flecha 375">
            <a:extLst>
              <a:ext uri="{FF2B5EF4-FFF2-40B4-BE49-F238E27FC236}">
                <a16:creationId xmlns:a16="http://schemas.microsoft.com/office/drawing/2014/main" id="{C448E896-D856-EB65-DD06-907ABBF4742F}"/>
              </a:ext>
            </a:extLst>
          </p:cNvPr>
          <p:cNvCxnSpPr>
            <a:cxnSpLocks/>
            <a:stCxn id="370" idx="4"/>
            <a:endCxn id="371" idx="0"/>
          </p:cNvCxnSpPr>
          <p:nvPr/>
        </p:nvCxnSpPr>
        <p:spPr>
          <a:xfrm>
            <a:off x="6570849" y="3089435"/>
            <a:ext cx="0" cy="1258197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ector recto de flecha 377">
            <a:extLst>
              <a:ext uri="{FF2B5EF4-FFF2-40B4-BE49-F238E27FC236}">
                <a16:creationId xmlns:a16="http://schemas.microsoft.com/office/drawing/2014/main" id="{BAF80AB7-D378-CA04-A1C0-F767A06F89EB}"/>
              </a:ext>
            </a:extLst>
          </p:cNvPr>
          <p:cNvCxnSpPr>
            <a:cxnSpLocks/>
            <a:stCxn id="370" idx="6"/>
            <a:endCxn id="372" idx="0"/>
          </p:cNvCxnSpPr>
          <p:nvPr/>
        </p:nvCxnSpPr>
        <p:spPr>
          <a:xfrm>
            <a:off x="6705441" y="2954843"/>
            <a:ext cx="399170" cy="58600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Elipse 378">
            <a:extLst>
              <a:ext uri="{FF2B5EF4-FFF2-40B4-BE49-F238E27FC236}">
                <a16:creationId xmlns:a16="http://schemas.microsoft.com/office/drawing/2014/main" id="{557DA8A9-3311-DD42-EBB3-0AD15793CA40}"/>
              </a:ext>
            </a:extLst>
          </p:cNvPr>
          <p:cNvSpPr/>
          <p:nvPr/>
        </p:nvSpPr>
        <p:spPr>
          <a:xfrm>
            <a:off x="6436256" y="4835763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1" name="Elipse 380">
            <a:extLst>
              <a:ext uri="{FF2B5EF4-FFF2-40B4-BE49-F238E27FC236}">
                <a16:creationId xmlns:a16="http://schemas.microsoft.com/office/drawing/2014/main" id="{0771C69E-25C0-C850-74FA-E3590544BD2C}"/>
              </a:ext>
            </a:extLst>
          </p:cNvPr>
          <p:cNvSpPr/>
          <p:nvPr/>
        </p:nvSpPr>
        <p:spPr>
          <a:xfrm>
            <a:off x="6436256" y="6363145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3" name="Elipse 382">
            <a:extLst>
              <a:ext uri="{FF2B5EF4-FFF2-40B4-BE49-F238E27FC236}">
                <a16:creationId xmlns:a16="http://schemas.microsoft.com/office/drawing/2014/main" id="{E5454836-27EF-BAD6-7580-1B12F62873DF}"/>
              </a:ext>
            </a:extLst>
          </p:cNvPr>
          <p:cNvSpPr/>
          <p:nvPr/>
        </p:nvSpPr>
        <p:spPr>
          <a:xfrm>
            <a:off x="6970019" y="5556356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01" name="CuadroTexto 400">
            <a:extLst>
              <a:ext uri="{FF2B5EF4-FFF2-40B4-BE49-F238E27FC236}">
                <a16:creationId xmlns:a16="http://schemas.microsoft.com/office/drawing/2014/main" id="{151AD3D3-4241-DD07-DCC4-06569C4D80B0}"/>
              </a:ext>
            </a:extLst>
          </p:cNvPr>
          <p:cNvSpPr txBox="1"/>
          <p:nvPr/>
        </p:nvSpPr>
        <p:spPr>
          <a:xfrm>
            <a:off x="5769456" y="1386365"/>
            <a:ext cx="725602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s-MX" sz="4000" dirty="0"/>
              <a:t>+</a:t>
            </a:r>
            <a:endParaRPr lang="es-419" sz="4000" dirty="0"/>
          </a:p>
        </p:txBody>
      </p:sp>
      <p:sp>
        <p:nvSpPr>
          <p:cNvPr id="403" name="CuadroTexto 402">
            <a:extLst>
              <a:ext uri="{FF2B5EF4-FFF2-40B4-BE49-F238E27FC236}">
                <a16:creationId xmlns:a16="http://schemas.microsoft.com/office/drawing/2014/main" id="{EDA394B8-7CB7-9DA9-B5B8-1C7B08FF2D7D}"/>
              </a:ext>
            </a:extLst>
          </p:cNvPr>
          <p:cNvSpPr txBox="1"/>
          <p:nvPr/>
        </p:nvSpPr>
        <p:spPr>
          <a:xfrm>
            <a:off x="5769456" y="3354400"/>
            <a:ext cx="725602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s-MX" sz="4000" dirty="0"/>
              <a:t>+</a:t>
            </a:r>
            <a:endParaRPr lang="es-419" sz="4000" dirty="0"/>
          </a:p>
        </p:txBody>
      </p:sp>
      <p:sp>
        <p:nvSpPr>
          <p:cNvPr id="405" name="CuadroTexto 404">
            <a:extLst>
              <a:ext uri="{FF2B5EF4-FFF2-40B4-BE49-F238E27FC236}">
                <a16:creationId xmlns:a16="http://schemas.microsoft.com/office/drawing/2014/main" id="{0004A787-0E55-B3C9-A7F1-0906A4AE362C}"/>
              </a:ext>
            </a:extLst>
          </p:cNvPr>
          <p:cNvSpPr txBox="1"/>
          <p:nvPr/>
        </p:nvSpPr>
        <p:spPr>
          <a:xfrm>
            <a:off x="5769456" y="5352466"/>
            <a:ext cx="725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dirty="0"/>
              <a:t>+</a:t>
            </a:r>
            <a:endParaRPr lang="es-419" sz="4000" dirty="0"/>
          </a:p>
        </p:txBody>
      </p:sp>
      <p:sp>
        <p:nvSpPr>
          <p:cNvPr id="406" name="Elipse 405">
            <a:extLst>
              <a:ext uri="{FF2B5EF4-FFF2-40B4-BE49-F238E27FC236}">
                <a16:creationId xmlns:a16="http://schemas.microsoft.com/office/drawing/2014/main" id="{436AD22C-FFBB-44AC-E035-976C84037FF2}"/>
              </a:ext>
            </a:extLst>
          </p:cNvPr>
          <p:cNvSpPr/>
          <p:nvPr/>
        </p:nvSpPr>
        <p:spPr>
          <a:xfrm>
            <a:off x="6436257" y="4826695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07" name="Elipse 406">
            <a:extLst>
              <a:ext uri="{FF2B5EF4-FFF2-40B4-BE49-F238E27FC236}">
                <a16:creationId xmlns:a16="http://schemas.microsoft.com/office/drawing/2014/main" id="{DDA2EEEA-8DD4-C8B1-52D5-EB57D0C7108A}"/>
              </a:ext>
            </a:extLst>
          </p:cNvPr>
          <p:cNvSpPr/>
          <p:nvPr/>
        </p:nvSpPr>
        <p:spPr>
          <a:xfrm>
            <a:off x="6436257" y="6354077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08" name="Elipse 407">
            <a:extLst>
              <a:ext uri="{FF2B5EF4-FFF2-40B4-BE49-F238E27FC236}">
                <a16:creationId xmlns:a16="http://schemas.microsoft.com/office/drawing/2014/main" id="{E6C120F0-8A60-97BF-1478-B4F96F737392}"/>
              </a:ext>
            </a:extLst>
          </p:cNvPr>
          <p:cNvSpPr/>
          <p:nvPr/>
        </p:nvSpPr>
        <p:spPr>
          <a:xfrm>
            <a:off x="6970020" y="5547288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409" name="Conector recto de flecha 408">
            <a:extLst>
              <a:ext uri="{FF2B5EF4-FFF2-40B4-BE49-F238E27FC236}">
                <a16:creationId xmlns:a16="http://schemas.microsoft.com/office/drawing/2014/main" id="{91785EAF-3344-CBF2-DAEC-F25BF9B4C186}"/>
              </a:ext>
            </a:extLst>
          </p:cNvPr>
          <p:cNvCxnSpPr>
            <a:cxnSpLocks/>
            <a:stCxn id="407" idx="1"/>
            <a:endCxn id="406" idx="3"/>
          </p:cNvCxnSpPr>
          <p:nvPr/>
        </p:nvCxnSpPr>
        <p:spPr>
          <a:xfrm flipV="1">
            <a:off x="6475678" y="5056458"/>
            <a:ext cx="0" cy="1337039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ector recto de flecha 409">
            <a:extLst>
              <a:ext uri="{FF2B5EF4-FFF2-40B4-BE49-F238E27FC236}">
                <a16:creationId xmlns:a16="http://schemas.microsoft.com/office/drawing/2014/main" id="{11983335-D48E-2BF1-3125-C19CB87E5D4B}"/>
              </a:ext>
            </a:extLst>
          </p:cNvPr>
          <p:cNvCxnSpPr>
            <a:cxnSpLocks/>
            <a:stCxn id="406" idx="4"/>
            <a:endCxn id="407" idx="0"/>
          </p:cNvCxnSpPr>
          <p:nvPr/>
        </p:nvCxnSpPr>
        <p:spPr>
          <a:xfrm>
            <a:off x="6570849" y="5095879"/>
            <a:ext cx="0" cy="1258197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ector recto de flecha 411">
            <a:extLst>
              <a:ext uri="{FF2B5EF4-FFF2-40B4-BE49-F238E27FC236}">
                <a16:creationId xmlns:a16="http://schemas.microsoft.com/office/drawing/2014/main" id="{127D4F78-03CD-F07B-017F-A5852918C7AD}"/>
              </a:ext>
            </a:extLst>
          </p:cNvPr>
          <p:cNvCxnSpPr>
            <a:cxnSpLocks/>
            <a:stCxn id="406" idx="6"/>
            <a:endCxn id="408" idx="0"/>
          </p:cNvCxnSpPr>
          <p:nvPr/>
        </p:nvCxnSpPr>
        <p:spPr>
          <a:xfrm>
            <a:off x="6705441" y="4961287"/>
            <a:ext cx="399170" cy="586000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479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2E4AA-85B7-C250-4D9D-96A91D705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Elipse 354">
            <a:extLst>
              <a:ext uri="{FF2B5EF4-FFF2-40B4-BE49-F238E27FC236}">
                <a16:creationId xmlns:a16="http://schemas.microsoft.com/office/drawing/2014/main" id="{FA8976A6-ED90-357B-CF75-9A18F98DBD75}"/>
              </a:ext>
            </a:extLst>
          </p:cNvPr>
          <p:cNvSpPr/>
          <p:nvPr/>
        </p:nvSpPr>
        <p:spPr>
          <a:xfrm>
            <a:off x="2383285" y="851889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6" name="Elipse 355">
            <a:extLst>
              <a:ext uri="{FF2B5EF4-FFF2-40B4-BE49-F238E27FC236}">
                <a16:creationId xmlns:a16="http://schemas.microsoft.com/office/drawing/2014/main" id="{C0C27284-AFA8-F300-6182-2242C22E9F69}"/>
              </a:ext>
            </a:extLst>
          </p:cNvPr>
          <p:cNvSpPr/>
          <p:nvPr/>
        </p:nvSpPr>
        <p:spPr>
          <a:xfrm>
            <a:off x="1469384" y="1079610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7" name="Elipse 356">
            <a:extLst>
              <a:ext uri="{FF2B5EF4-FFF2-40B4-BE49-F238E27FC236}">
                <a16:creationId xmlns:a16="http://schemas.microsoft.com/office/drawing/2014/main" id="{6EEC3483-5FAD-47CE-8385-CA6C72716907}"/>
              </a:ext>
            </a:extLst>
          </p:cNvPr>
          <p:cNvSpPr/>
          <p:nvPr/>
        </p:nvSpPr>
        <p:spPr>
          <a:xfrm>
            <a:off x="2383285" y="2379271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8" name="Elipse 357">
            <a:extLst>
              <a:ext uri="{FF2B5EF4-FFF2-40B4-BE49-F238E27FC236}">
                <a16:creationId xmlns:a16="http://schemas.microsoft.com/office/drawing/2014/main" id="{FEF87207-2169-AE1B-8BD6-455EF6296070}"/>
              </a:ext>
            </a:extLst>
          </p:cNvPr>
          <p:cNvSpPr/>
          <p:nvPr/>
        </p:nvSpPr>
        <p:spPr>
          <a:xfrm>
            <a:off x="1472638" y="2133087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9" name="Elipse 358">
            <a:extLst>
              <a:ext uri="{FF2B5EF4-FFF2-40B4-BE49-F238E27FC236}">
                <a16:creationId xmlns:a16="http://schemas.microsoft.com/office/drawing/2014/main" id="{699F7FFB-A066-62CB-AE7C-2BDCE99C0DCF}"/>
              </a:ext>
            </a:extLst>
          </p:cNvPr>
          <p:cNvSpPr/>
          <p:nvPr/>
        </p:nvSpPr>
        <p:spPr>
          <a:xfrm>
            <a:off x="2917048" y="1572482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60" name="Conector recto de flecha 359">
            <a:extLst>
              <a:ext uri="{FF2B5EF4-FFF2-40B4-BE49-F238E27FC236}">
                <a16:creationId xmlns:a16="http://schemas.microsoft.com/office/drawing/2014/main" id="{B5F58B95-32B3-F17F-7E76-E5C45CC4E177}"/>
              </a:ext>
            </a:extLst>
          </p:cNvPr>
          <p:cNvCxnSpPr>
            <a:cxnSpLocks/>
            <a:stCxn id="357" idx="1"/>
            <a:endCxn id="355" idx="3"/>
          </p:cNvCxnSpPr>
          <p:nvPr/>
        </p:nvCxnSpPr>
        <p:spPr>
          <a:xfrm flipV="1">
            <a:off x="2422706" y="1081652"/>
            <a:ext cx="0" cy="1337039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ector recto de flecha 360">
            <a:extLst>
              <a:ext uri="{FF2B5EF4-FFF2-40B4-BE49-F238E27FC236}">
                <a16:creationId xmlns:a16="http://schemas.microsoft.com/office/drawing/2014/main" id="{0CE30339-DC04-BC4E-0255-5D364F67A115}"/>
              </a:ext>
            </a:extLst>
          </p:cNvPr>
          <p:cNvCxnSpPr>
            <a:cxnSpLocks/>
            <a:stCxn id="359" idx="1"/>
            <a:endCxn id="355" idx="5"/>
          </p:cNvCxnSpPr>
          <p:nvPr/>
        </p:nvCxnSpPr>
        <p:spPr>
          <a:xfrm flipH="1" flipV="1">
            <a:off x="2613048" y="1081652"/>
            <a:ext cx="343420" cy="53025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ector recto de flecha 361">
            <a:extLst>
              <a:ext uri="{FF2B5EF4-FFF2-40B4-BE49-F238E27FC236}">
                <a16:creationId xmlns:a16="http://schemas.microsoft.com/office/drawing/2014/main" id="{BB208631-709D-00E9-EB9A-E159C70866E8}"/>
              </a:ext>
            </a:extLst>
          </p:cNvPr>
          <p:cNvCxnSpPr>
            <a:cxnSpLocks/>
            <a:stCxn id="359" idx="4"/>
            <a:endCxn id="357" idx="7"/>
          </p:cNvCxnSpPr>
          <p:nvPr/>
        </p:nvCxnSpPr>
        <p:spPr>
          <a:xfrm flipH="1">
            <a:off x="2613048" y="1841666"/>
            <a:ext cx="438591" cy="57702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ector recto de flecha 362">
            <a:extLst>
              <a:ext uri="{FF2B5EF4-FFF2-40B4-BE49-F238E27FC236}">
                <a16:creationId xmlns:a16="http://schemas.microsoft.com/office/drawing/2014/main" id="{D37F507F-6876-A888-FEBE-F0E3A1D79081}"/>
              </a:ext>
            </a:extLst>
          </p:cNvPr>
          <p:cNvCxnSpPr>
            <a:cxnSpLocks/>
            <a:stCxn id="358" idx="7"/>
            <a:endCxn id="359" idx="3"/>
          </p:cNvCxnSpPr>
          <p:nvPr/>
        </p:nvCxnSpPr>
        <p:spPr>
          <a:xfrm flipV="1">
            <a:off x="1702401" y="1802245"/>
            <a:ext cx="1254067" cy="370263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ector recto de flecha 363">
            <a:extLst>
              <a:ext uri="{FF2B5EF4-FFF2-40B4-BE49-F238E27FC236}">
                <a16:creationId xmlns:a16="http://schemas.microsoft.com/office/drawing/2014/main" id="{18C3CE72-935D-D169-52CD-C1AF96D73E22}"/>
              </a:ext>
            </a:extLst>
          </p:cNvPr>
          <p:cNvCxnSpPr>
            <a:cxnSpLocks/>
            <a:stCxn id="356" idx="5"/>
            <a:endCxn id="359" idx="1"/>
          </p:cNvCxnSpPr>
          <p:nvPr/>
        </p:nvCxnSpPr>
        <p:spPr>
          <a:xfrm>
            <a:off x="1699147" y="1309373"/>
            <a:ext cx="1257321" cy="30252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ector recto de flecha 376">
            <a:extLst>
              <a:ext uri="{FF2B5EF4-FFF2-40B4-BE49-F238E27FC236}">
                <a16:creationId xmlns:a16="http://schemas.microsoft.com/office/drawing/2014/main" id="{7964447C-D98D-FEC6-D5AF-53E6E0A1FE9C}"/>
              </a:ext>
            </a:extLst>
          </p:cNvPr>
          <p:cNvCxnSpPr>
            <a:cxnSpLocks/>
            <a:stCxn id="356" idx="7"/>
            <a:endCxn id="355" idx="1"/>
          </p:cNvCxnSpPr>
          <p:nvPr/>
        </p:nvCxnSpPr>
        <p:spPr>
          <a:xfrm flipV="1">
            <a:off x="1699147" y="891310"/>
            <a:ext cx="723559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ector recto de flecha 379">
            <a:extLst>
              <a:ext uri="{FF2B5EF4-FFF2-40B4-BE49-F238E27FC236}">
                <a16:creationId xmlns:a16="http://schemas.microsoft.com/office/drawing/2014/main" id="{CCC2641D-2C70-EF21-EABA-74790F8D1D15}"/>
              </a:ext>
            </a:extLst>
          </p:cNvPr>
          <p:cNvCxnSpPr>
            <a:cxnSpLocks/>
            <a:stCxn id="355" idx="2"/>
            <a:endCxn id="356" idx="6"/>
          </p:cNvCxnSpPr>
          <p:nvPr/>
        </p:nvCxnSpPr>
        <p:spPr>
          <a:xfrm flipH="1">
            <a:off x="1738568" y="986481"/>
            <a:ext cx="644717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ector recto de flecha 381">
            <a:extLst>
              <a:ext uri="{FF2B5EF4-FFF2-40B4-BE49-F238E27FC236}">
                <a16:creationId xmlns:a16="http://schemas.microsoft.com/office/drawing/2014/main" id="{F0ED68C6-0E1D-80E5-36BB-92265EA7F790}"/>
              </a:ext>
            </a:extLst>
          </p:cNvPr>
          <p:cNvCxnSpPr>
            <a:cxnSpLocks/>
            <a:stCxn id="355" idx="4"/>
            <a:endCxn id="357" idx="0"/>
          </p:cNvCxnSpPr>
          <p:nvPr/>
        </p:nvCxnSpPr>
        <p:spPr>
          <a:xfrm>
            <a:off x="2517877" y="1121073"/>
            <a:ext cx="0" cy="1258197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ector recto de flecha 410">
            <a:extLst>
              <a:ext uri="{FF2B5EF4-FFF2-40B4-BE49-F238E27FC236}">
                <a16:creationId xmlns:a16="http://schemas.microsoft.com/office/drawing/2014/main" id="{31C7E131-FF54-76E8-D956-89AE1D9BDAE4}"/>
              </a:ext>
            </a:extLst>
          </p:cNvPr>
          <p:cNvCxnSpPr>
            <a:stCxn id="355" idx="6"/>
            <a:endCxn id="359" idx="0"/>
          </p:cNvCxnSpPr>
          <p:nvPr/>
        </p:nvCxnSpPr>
        <p:spPr>
          <a:xfrm>
            <a:off x="2652469" y="986481"/>
            <a:ext cx="399170" cy="58600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8D522C20-7FCE-50B4-40A1-68EFA86B1DE8}"/>
              </a:ext>
            </a:extLst>
          </p:cNvPr>
          <p:cNvSpPr txBox="1"/>
          <p:nvPr/>
        </p:nvSpPr>
        <p:spPr>
          <a:xfrm>
            <a:off x="3228956" y="1376874"/>
            <a:ext cx="725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dirty="0"/>
              <a:t>=</a:t>
            </a:r>
            <a:endParaRPr lang="es-419" sz="40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14F25E3-58EE-5FE0-D231-7535A8697E6F}"/>
              </a:ext>
            </a:extLst>
          </p:cNvPr>
          <p:cNvSpPr txBox="1"/>
          <p:nvPr/>
        </p:nvSpPr>
        <p:spPr>
          <a:xfrm>
            <a:off x="1947123" y="23179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GCN</a:t>
            </a:r>
            <a:endParaRPr lang="es-419" sz="24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9345D75-0078-3E79-07F1-D94F80FB51AD}"/>
              </a:ext>
            </a:extLst>
          </p:cNvPr>
          <p:cNvSpPr txBox="1"/>
          <p:nvPr/>
        </p:nvSpPr>
        <p:spPr>
          <a:xfrm>
            <a:off x="3487364" y="23178"/>
            <a:ext cx="2430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Shared Structure</a:t>
            </a:r>
            <a:endParaRPr lang="es-419" sz="24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5A236D9-0923-C9DA-A901-85EAC88B19C6}"/>
              </a:ext>
            </a:extLst>
          </p:cNvPr>
          <p:cNvSpPr txBox="1"/>
          <p:nvPr/>
        </p:nvSpPr>
        <p:spPr>
          <a:xfrm>
            <a:off x="6094804" y="23178"/>
            <a:ext cx="1620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Moderated</a:t>
            </a:r>
            <a:endParaRPr lang="es-419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9" name="CuadroTexto 548">
                <a:extLst>
                  <a:ext uri="{FF2B5EF4-FFF2-40B4-BE49-F238E27FC236}">
                    <a16:creationId xmlns:a16="http://schemas.microsoft.com/office/drawing/2014/main" id="{39E8CA0B-6E0F-4D02-C9DB-3F8E26789E46}"/>
                  </a:ext>
                </a:extLst>
              </p:cNvPr>
              <p:cNvSpPr txBox="1"/>
              <p:nvPr/>
            </p:nvSpPr>
            <p:spPr>
              <a:xfrm>
                <a:off x="-8417" y="1376874"/>
                <a:ext cx="151558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2200" dirty="0"/>
                  <a:t>Subj. 1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419" sz="2200" dirty="0"/>
              </a:p>
            </p:txBody>
          </p:sp>
        </mc:Choice>
        <mc:Fallback xmlns="">
          <p:sp>
            <p:nvSpPr>
              <p:cNvPr id="549" name="CuadroTexto 548">
                <a:extLst>
                  <a:ext uri="{FF2B5EF4-FFF2-40B4-BE49-F238E27FC236}">
                    <a16:creationId xmlns:a16="http://schemas.microsoft.com/office/drawing/2014/main" id="{39E8CA0B-6E0F-4D02-C9DB-3F8E26789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17" y="1376874"/>
                <a:ext cx="1515583" cy="769441"/>
              </a:xfrm>
              <a:prstGeom prst="rect">
                <a:avLst/>
              </a:prstGeom>
              <a:blipFill>
                <a:blip r:embed="rId2"/>
                <a:stretch>
                  <a:fillRect t="-555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5" name="Elipse 464">
            <a:extLst>
              <a:ext uri="{FF2B5EF4-FFF2-40B4-BE49-F238E27FC236}">
                <a16:creationId xmlns:a16="http://schemas.microsoft.com/office/drawing/2014/main" id="{8C0E6DC3-7945-0A94-C515-81FCF8AFEE3C}"/>
              </a:ext>
            </a:extLst>
          </p:cNvPr>
          <p:cNvSpPr/>
          <p:nvPr/>
        </p:nvSpPr>
        <p:spPr>
          <a:xfrm>
            <a:off x="2383285" y="2823132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68" name="Elipse 467">
            <a:extLst>
              <a:ext uri="{FF2B5EF4-FFF2-40B4-BE49-F238E27FC236}">
                <a16:creationId xmlns:a16="http://schemas.microsoft.com/office/drawing/2014/main" id="{1B986091-E235-D47D-E087-4C707A14467C}"/>
              </a:ext>
            </a:extLst>
          </p:cNvPr>
          <p:cNvSpPr/>
          <p:nvPr/>
        </p:nvSpPr>
        <p:spPr>
          <a:xfrm>
            <a:off x="1469384" y="3050853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69" name="Elipse 468">
            <a:extLst>
              <a:ext uri="{FF2B5EF4-FFF2-40B4-BE49-F238E27FC236}">
                <a16:creationId xmlns:a16="http://schemas.microsoft.com/office/drawing/2014/main" id="{38413E52-8D48-2EC7-BC52-C7C496221310}"/>
              </a:ext>
            </a:extLst>
          </p:cNvPr>
          <p:cNvSpPr/>
          <p:nvPr/>
        </p:nvSpPr>
        <p:spPr>
          <a:xfrm>
            <a:off x="2383285" y="4350514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70" name="Elipse 469">
            <a:extLst>
              <a:ext uri="{FF2B5EF4-FFF2-40B4-BE49-F238E27FC236}">
                <a16:creationId xmlns:a16="http://schemas.microsoft.com/office/drawing/2014/main" id="{2DA71CB9-B99F-E1F6-1559-17D2F4F01DBA}"/>
              </a:ext>
            </a:extLst>
          </p:cNvPr>
          <p:cNvSpPr/>
          <p:nvPr/>
        </p:nvSpPr>
        <p:spPr>
          <a:xfrm>
            <a:off x="1472638" y="4104330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71" name="Elipse 470">
            <a:extLst>
              <a:ext uri="{FF2B5EF4-FFF2-40B4-BE49-F238E27FC236}">
                <a16:creationId xmlns:a16="http://schemas.microsoft.com/office/drawing/2014/main" id="{0561F846-F712-6FE4-3510-2298FD582F67}"/>
              </a:ext>
            </a:extLst>
          </p:cNvPr>
          <p:cNvSpPr/>
          <p:nvPr/>
        </p:nvSpPr>
        <p:spPr>
          <a:xfrm>
            <a:off x="2917048" y="3543725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472" name="Conector recto de flecha 471">
            <a:extLst>
              <a:ext uri="{FF2B5EF4-FFF2-40B4-BE49-F238E27FC236}">
                <a16:creationId xmlns:a16="http://schemas.microsoft.com/office/drawing/2014/main" id="{B227783B-541F-54EA-579E-6F926E3CC82D}"/>
              </a:ext>
            </a:extLst>
          </p:cNvPr>
          <p:cNvCxnSpPr>
            <a:cxnSpLocks/>
            <a:stCxn id="469" idx="1"/>
            <a:endCxn id="465" idx="3"/>
          </p:cNvCxnSpPr>
          <p:nvPr/>
        </p:nvCxnSpPr>
        <p:spPr>
          <a:xfrm flipV="1">
            <a:off x="2422706" y="3052895"/>
            <a:ext cx="0" cy="1337039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ector recto de flecha 472">
            <a:extLst>
              <a:ext uri="{FF2B5EF4-FFF2-40B4-BE49-F238E27FC236}">
                <a16:creationId xmlns:a16="http://schemas.microsoft.com/office/drawing/2014/main" id="{7323D0EA-57E4-3574-B9A4-1D417EA71976}"/>
              </a:ext>
            </a:extLst>
          </p:cNvPr>
          <p:cNvCxnSpPr>
            <a:cxnSpLocks/>
            <a:stCxn id="471" idx="1"/>
            <a:endCxn id="465" idx="5"/>
          </p:cNvCxnSpPr>
          <p:nvPr/>
        </p:nvCxnSpPr>
        <p:spPr>
          <a:xfrm flipH="1" flipV="1">
            <a:off x="2613048" y="3052895"/>
            <a:ext cx="343420" cy="53025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ector recto de flecha 473">
            <a:extLst>
              <a:ext uri="{FF2B5EF4-FFF2-40B4-BE49-F238E27FC236}">
                <a16:creationId xmlns:a16="http://schemas.microsoft.com/office/drawing/2014/main" id="{681761BB-B90D-86FA-09A7-0EFF23E9C6FD}"/>
              </a:ext>
            </a:extLst>
          </p:cNvPr>
          <p:cNvCxnSpPr>
            <a:cxnSpLocks/>
            <a:stCxn id="471" idx="4"/>
            <a:endCxn id="469" idx="7"/>
          </p:cNvCxnSpPr>
          <p:nvPr/>
        </p:nvCxnSpPr>
        <p:spPr>
          <a:xfrm flipH="1">
            <a:off x="2613048" y="3812909"/>
            <a:ext cx="438591" cy="57702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ector recto de flecha 474">
            <a:extLst>
              <a:ext uri="{FF2B5EF4-FFF2-40B4-BE49-F238E27FC236}">
                <a16:creationId xmlns:a16="http://schemas.microsoft.com/office/drawing/2014/main" id="{64787BDD-BD4D-6B70-8589-E4FFFD0008A7}"/>
              </a:ext>
            </a:extLst>
          </p:cNvPr>
          <p:cNvCxnSpPr>
            <a:cxnSpLocks/>
            <a:stCxn id="470" idx="7"/>
            <a:endCxn id="471" idx="3"/>
          </p:cNvCxnSpPr>
          <p:nvPr/>
        </p:nvCxnSpPr>
        <p:spPr>
          <a:xfrm flipV="1">
            <a:off x="1702401" y="3773488"/>
            <a:ext cx="1254067" cy="370263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ector recto de flecha 475">
            <a:extLst>
              <a:ext uri="{FF2B5EF4-FFF2-40B4-BE49-F238E27FC236}">
                <a16:creationId xmlns:a16="http://schemas.microsoft.com/office/drawing/2014/main" id="{5D64E62B-9D55-FC32-9617-E132A88F7736}"/>
              </a:ext>
            </a:extLst>
          </p:cNvPr>
          <p:cNvCxnSpPr>
            <a:cxnSpLocks/>
            <a:stCxn id="468" idx="5"/>
            <a:endCxn id="471" idx="1"/>
          </p:cNvCxnSpPr>
          <p:nvPr/>
        </p:nvCxnSpPr>
        <p:spPr>
          <a:xfrm>
            <a:off x="1699147" y="3280616"/>
            <a:ext cx="1257321" cy="30252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ector recto de flecha 476">
            <a:extLst>
              <a:ext uri="{FF2B5EF4-FFF2-40B4-BE49-F238E27FC236}">
                <a16:creationId xmlns:a16="http://schemas.microsoft.com/office/drawing/2014/main" id="{A55168F9-1FDC-CF1B-447F-B4B5529396A8}"/>
              </a:ext>
            </a:extLst>
          </p:cNvPr>
          <p:cNvCxnSpPr>
            <a:cxnSpLocks/>
            <a:stCxn id="468" idx="7"/>
            <a:endCxn id="465" idx="1"/>
          </p:cNvCxnSpPr>
          <p:nvPr/>
        </p:nvCxnSpPr>
        <p:spPr>
          <a:xfrm flipV="1">
            <a:off x="1699147" y="2862553"/>
            <a:ext cx="723559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ector recto de flecha 477">
            <a:extLst>
              <a:ext uri="{FF2B5EF4-FFF2-40B4-BE49-F238E27FC236}">
                <a16:creationId xmlns:a16="http://schemas.microsoft.com/office/drawing/2014/main" id="{07B53A31-8E82-6760-2C39-6D3128CE9A44}"/>
              </a:ext>
            </a:extLst>
          </p:cNvPr>
          <p:cNvCxnSpPr>
            <a:cxnSpLocks/>
            <a:stCxn id="465" idx="2"/>
            <a:endCxn id="468" idx="6"/>
          </p:cNvCxnSpPr>
          <p:nvPr/>
        </p:nvCxnSpPr>
        <p:spPr>
          <a:xfrm flipH="1">
            <a:off x="1738568" y="2957724"/>
            <a:ext cx="644717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ector recto de flecha 478">
            <a:extLst>
              <a:ext uri="{FF2B5EF4-FFF2-40B4-BE49-F238E27FC236}">
                <a16:creationId xmlns:a16="http://schemas.microsoft.com/office/drawing/2014/main" id="{6889D0ED-BFCD-D3BE-64E8-1AC90AB88B0C}"/>
              </a:ext>
            </a:extLst>
          </p:cNvPr>
          <p:cNvCxnSpPr>
            <a:cxnSpLocks/>
            <a:stCxn id="465" idx="4"/>
            <a:endCxn id="469" idx="0"/>
          </p:cNvCxnSpPr>
          <p:nvPr/>
        </p:nvCxnSpPr>
        <p:spPr>
          <a:xfrm>
            <a:off x="2517877" y="3092316"/>
            <a:ext cx="0" cy="1258197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ector recto de flecha 479">
            <a:extLst>
              <a:ext uri="{FF2B5EF4-FFF2-40B4-BE49-F238E27FC236}">
                <a16:creationId xmlns:a16="http://schemas.microsoft.com/office/drawing/2014/main" id="{0963B3E9-4425-D3A7-35D6-C0AB6BAE994A}"/>
              </a:ext>
            </a:extLst>
          </p:cNvPr>
          <p:cNvCxnSpPr>
            <a:stCxn id="465" idx="6"/>
            <a:endCxn id="471" idx="0"/>
          </p:cNvCxnSpPr>
          <p:nvPr/>
        </p:nvCxnSpPr>
        <p:spPr>
          <a:xfrm>
            <a:off x="2652469" y="2957724"/>
            <a:ext cx="399170" cy="58600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2" name="Elipse 481">
            <a:extLst>
              <a:ext uri="{FF2B5EF4-FFF2-40B4-BE49-F238E27FC236}">
                <a16:creationId xmlns:a16="http://schemas.microsoft.com/office/drawing/2014/main" id="{C4661636-8FC3-DF7C-1CF1-457E11F057BE}"/>
              </a:ext>
            </a:extLst>
          </p:cNvPr>
          <p:cNvSpPr/>
          <p:nvPr/>
        </p:nvSpPr>
        <p:spPr>
          <a:xfrm>
            <a:off x="2383284" y="4838644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83" name="Elipse 482">
            <a:extLst>
              <a:ext uri="{FF2B5EF4-FFF2-40B4-BE49-F238E27FC236}">
                <a16:creationId xmlns:a16="http://schemas.microsoft.com/office/drawing/2014/main" id="{4B70FB29-444E-A7A5-DCFF-DE11A74B10BD}"/>
              </a:ext>
            </a:extLst>
          </p:cNvPr>
          <p:cNvSpPr/>
          <p:nvPr/>
        </p:nvSpPr>
        <p:spPr>
          <a:xfrm>
            <a:off x="1469383" y="5066365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84" name="Elipse 483">
            <a:extLst>
              <a:ext uri="{FF2B5EF4-FFF2-40B4-BE49-F238E27FC236}">
                <a16:creationId xmlns:a16="http://schemas.microsoft.com/office/drawing/2014/main" id="{341900E6-C8FF-1911-D07A-4AC68B86B810}"/>
              </a:ext>
            </a:extLst>
          </p:cNvPr>
          <p:cNvSpPr/>
          <p:nvPr/>
        </p:nvSpPr>
        <p:spPr>
          <a:xfrm>
            <a:off x="2383284" y="6366026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85" name="Elipse 484">
            <a:extLst>
              <a:ext uri="{FF2B5EF4-FFF2-40B4-BE49-F238E27FC236}">
                <a16:creationId xmlns:a16="http://schemas.microsoft.com/office/drawing/2014/main" id="{F51B5346-4941-0D23-EAFE-1DEDF216B82D}"/>
              </a:ext>
            </a:extLst>
          </p:cNvPr>
          <p:cNvSpPr/>
          <p:nvPr/>
        </p:nvSpPr>
        <p:spPr>
          <a:xfrm>
            <a:off x="1472637" y="6119842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86" name="Elipse 485">
            <a:extLst>
              <a:ext uri="{FF2B5EF4-FFF2-40B4-BE49-F238E27FC236}">
                <a16:creationId xmlns:a16="http://schemas.microsoft.com/office/drawing/2014/main" id="{39498A8A-288F-D2CD-BA99-366C6FC52B36}"/>
              </a:ext>
            </a:extLst>
          </p:cNvPr>
          <p:cNvSpPr/>
          <p:nvPr/>
        </p:nvSpPr>
        <p:spPr>
          <a:xfrm>
            <a:off x="2917047" y="5559237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487" name="Conector recto de flecha 486">
            <a:extLst>
              <a:ext uri="{FF2B5EF4-FFF2-40B4-BE49-F238E27FC236}">
                <a16:creationId xmlns:a16="http://schemas.microsoft.com/office/drawing/2014/main" id="{165AA228-C740-DF9A-0CE1-EB5DFF8D05AF}"/>
              </a:ext>
            </a:extLst>
          </p:cNvPr>
          <p:cNvCxnSpPr>
            <a:cxnSpLocks/>
            <a:stCxn id="484" idx="1"/>
            <a:endCxn id="482" idx="3"/>
          </p:cNvCxnSpPr>
          <p:nvPr/>
        </p:nvCxnSpPr>
        <p:spPr>
          <a:xfrm flipV="1">
            <a:off x="2422705" y="5068407"/>
            <a:ext cx="0" cy="1337039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ector recto de flecha 487">
            <a:extLst>
              <a:ext uri="{FF2B5EF4-FFF2-40B4-BE49-F238E27FC236}">
                <a16:creationId xmlns:a16="http://schemas.microsoft.com/office/drawing/2014/main" id="{70071E87-707D-9EAD-C4BD-587CE8B0E9AE}"/>
              </a:ext>
            </a:extLst>
          </p:cNvPr>
          <p:cNvCxnSpPr>
            <a:cxnSpLocks/>
            <a:stCxn id="486" idx="1"/>
            <a:endCxn id="482" idx="5"/>
          </p:cNvCxnSpPr>
          <p:nvPr/>
        </p:nvCxnSpPr>
        <p:spPr>
          <a:xfrm flipH="1" flipV="1">
            <a:off x="2613047" y="5068407"/>
            <a:ext cx="343420" cy="53025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ector recto de flecha 488">
            <a:extLst>
              <a:ext uri="{FF2B5EF4-FFF2-40B4-BE49-F238E27FC236}">
                <a16:creationId xmlns:a16="http://schemas.microsoft.com/office/drawing/2014/main" id="{D6B37059-23CA-916B-8844-E16AE4637790}"/>
              </a:ext>
            </a:extLst>
          </p:cNvPr>
          <p:cNvCxnSpPr>
            <a:cxnSpLocks/>
            <a:stCxn id="486" idx="5"/>
            <a:endCxn id="484" idx="6"/>
          </p:cNvCxnSpPr>
          <p:nvPr/>
        </p:nvCxnSpPr>
        <p:spPr>
          <a:xfrm flipH="1">
            <a:off x="2652468" y="5789000"/>
            <a:ext cx="494342" cy="711618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ector recto de flecha 489">
            <a:extLst>
              <a:ext uri="{FF2B5EF4-FFF2-40B4-BE49-F238E27FC236}">
                <a16:creationId xmlns:a16="http://schemas.microsoft.com/office/drawing/2014/main" id="{E79FF535-8979-B216-903E-EB34C9ABBFAE}"/>
              </a:ext>
            </a:extLst>
          </p:cNvPr>
          <p:cNvCxnSpPr>
            <a:cxnSpLocks/>
            <a:stCxn id="485" idx="6"/>
            <a:endCxn id="486" idx="3"/>
          </p:cNvCxnSpPr>
          <p:nvPr/>
        </p:nvCxnSpPr>
        <p:spPr>
          <a:xfrm flipV="1">
            <a:off x="1741821" y="5789000"/>
            <a:ext cx="1214647" cy="46543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ector recto de flecha 490">
            <a:extLst>
              <a:ext uri="{FF2B5EF4-FFF2-40B4-BE49-F238E27FC236}">
                <a16:creationId xmlns:a16="http://schemas.microsoft.com/office/drawing/2014/main" id="{4BE97E91-47FB-8225-0247-23A1521C4752}"/>
              </a:ext>
            </a:extLst>
          </p:cNvPr>
          <p:cNvCxnSpPr>
            <a:cxnSpLocks/>
            <a:stCxn id="483" idx="5"/>
            <a:endCxn id="486" idx="1"/>
          </p:cNvCxnSpPr>
          <p:nvPr/>
        </p:nvCxnSpPr>
        <p:spPr>
          <a:xfrm>
            <a:off x="1699146" y="5296128"/>
            <a:ext cx="1257321" cy="30252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ector recto de flecha 491">
            <a:extLst>
              <a:ext uri="{FF2B5EF4-FFF2-40B4-BE49-F238E27FC236}">
                <a16:creationId xmlns:a16="http://schemas.microsoft.com/office/drawing/2014/main" id="{D370FEC3-CE19-A0D6-BE8C-DECA0E5B955D}"/>
              </a:ext>
            </a:extLst>
          </p:cNvPr>
          <p:cNvCxnSpPr>
            <a:cxnSpLocks/>
            <a:stCxn id="483" idx="7"/>
            <a:endCxn id="482" idx="1"/>
          </p:cNvCxnSpPr>
          <p:nvPr/>
        </p:nvCxnSpPr>
        <p:spPr>
          <a:xfrm flipV="1">
            <a:off x="1699146" y="4878065"/>
            <a:ext cx="723559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ector recto de flecha 492">
            <a:extLst>
              <a:ext uri="{FF2B5EF4-FFF2-40B4-BE49-F238E27FC236}">
                <a16:creationId xmlns:a16="http://schemas.microsoft.com/office/drawing/2014/main" id="{260FB1A5-D159-CA88-FAD5-6FF3224B689D}"/>
              </a:ext>
            </a:extLst>
          </p:cNvPr>
          <p:cNvCxnSpPr>
            <a:cxnSpLocks/>
            <a:stCxn id="482" idx="2"/>
            <a:endCxn id="483" idx="6"/>
          </p:cNvCxnSpPr>
          <p:nvPr/>
        </p:nvCxnSpPr>
        <p:spPr>
          <a:xfrm flipH="1">
            <a:off x="1738567" y="4973236"/>
            <a:ext cx="644717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ector recto de flecha 493">
            <a:extLst>
              <a:ext uri="{FF2B5EF4-FFF2-40B4-BE49-F238E27FC236}">
                <a16:creationId xmlns:a16="http://schemas.microsoft.com/office/drawing/2014/main" id="{CB1949E4-3EC8-B630-0361-991C1EB1BF4F}"/>
              </a:ext>
            </a:extLst>
          </p:cNvPr>
          <p:cNvCxnSpPr>
            <a:cxnSpLocks/>
            <a:stCxn id="482" idx="4"/>
            <a:endCxn id="484" idx="0"/>
          </p:cNvCxnSpPr>
          <p:nvPr/>
        </p:nvCxnSpPr>
        <p:spPr>
          <a:xfrm>
            <a:off x="2517876" y="5107828"/>
            <a:ext cx="0" cy="1258197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ector recto de flecha 494">
            <a:extLst>
              <a:ext uri="{FF2B5EF4-FFF2-40B4-BE49-F238E27FC236}">
                <a16:creationId xmlns:a16="http://schemas.microsoft.com/office/drawing/2014/main" id="{D5783979-A548-6E28-310B-072E07F230A9}"/>
              </a:ext>
            </a:extLst>
          </p:cNvPr>
          <p:cNvCxnSpPr>
            <a:stCxn id="482" idx="6"/>
            <a:endCxn id="486" idx="0"/>
          </p:cNvCxnSpPr>
          <p:nvPr/>
        </p:nvCxnSpPr>
        <p:spPr>
          <a:xfrm>
            <a:off x="2652468" y="4973236"/>
            <a:ext cx="399170" cy="586000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7" name="CuadroTexto 496">
                <a:extLst>
                  <a:ext uri="{FF2B5EF4-FFF2-40B4-BE49-F238E27FC236}">
                    <a16:creationId xmlns:a16="http://schemas.microsoft.com/office/drawing/2014/main" id="{49799ECF-EEBC-BB53-3EA7-A2520879DEA5}"/>
                  </a:ext>
                </a:extLst>
              </p:cNvPr>
              <p:cNvSpPr txBox="1"/>
              <p:nvPr/>
            </p:nvSpPr>
            <p:spPr>
              <a:xfrm>
                <a:off x="-16021" y="3349598"/>
                <a:ext cx="151558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2200" dirty="0"/>
                  <a:t>Subj. 2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s-419" sz="2200" dirty="0"/>
              </a:p>
            </p:txBody>
          </p:sp>
        </mc:Choice>
        <mc:Fallback xmlns="">
          <p:sp>
            <p:nvSpPr>
              <p:cNvPr id="497" name="CuadroTexto 496">
                <a:extLst>
                  <a:ext uri="{FF2B5EF4-FFF2-40B4-BE49-F238E27FC236}">
                    <a16:creationId xmlns:a16="http://schemas.microsoft.com/office/drawing/2014/main" id="{49799ECF-EEBC-BB53-3EA7-A2520879D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021" y="3349598"/>
                <a:ext cx="1515583" cy="769441"/>
              </a:xfrm>
              <a:prstGeom prst="rect">
                <a:avLst/>
              </a:prstGeom>
              <a:blipFill>
                <a:blip r:embed="rId3"/>
                <a:stretch>
                  <a:fillRect t="-4724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9" name="CuadroTexto 498">
                <a:extLst>
                  <a:ext uri="{FF2B5EF4-FFF2-40B4-BE49-F238E27FC236}">
                    <a16:creationId xmlns:a16="http://schemas.microsoft.com/office/drawing/2014/main" id="{1518DF23-19D8-D870-487A-8C59E8FD008C}"/>
                  </a:ext>
                </a:extLst>
              </p:cNvPr>
              <p:cNvSpPr txBox="1"/>
              <p:nvPr/>
            </p:nvSpPr>
            <p:spPr>
              <a:xfrm>
                <a:off x="0" y="5342975"/>
                <a:ext cx="151558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2200" dirty="0"/>
                  <a:t>Subj. 3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MX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MX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sz="2200" dirty="0"/>
                  <a:t>2</a:t>
                </a:r>
              </a:p>
            </p:txBody>
          </p:sp>
        </mc:Choice>
        <mc:Fallback xmlns="">
          <p:sp>
            <p:nvSpPr>
              <p:cNvPr id="499" name="CuadroTexto 498">
                <a:extLst>
                  <a:ext uri="{FF2B5EF4-FFF2-40B4-BE49-F238E27FC236}">
                    <a16:creationId xmlns:a16="http://schemas.microsoft.com/office/drawing/2014/main" id="{1518DF23-19D8-D870-487A-8C59E8FD0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42975"/>
                <a:ext cx="1515583" cy="769441"/>
              </a:xfrm>
              <a:prstGeom prst="rect">
                <a:avLst/>
              </a:prstGeom>
              <a:blipFill>
                <a:blip r:embed="rId4"/>
                <a:stretch>
                  <a:fillRect t="-4724" b="-15748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1" name="CuadroTexto 500">
            <a:extLst>
              <a:ext uri="{FF2B5EF4-FFF2-40B4-BE49-F238E27FC236}">
                <a16:creationId xmlns:a16="http://schemas.microsoft.com/office/drawing/2014/main" id="{9BB210D6-2F7A-8AEA-24BE-DD7ABF08EF22}"/>
              </a:ext>
            </a:extLst>
          </p:cNvPr>
          <p:cNvSpPr txBox="1"/>
          <p:nvPr/>
        </p:nvSpPr>
        <p:spPr>
          <a:xfrm>
            <a:off x="3228956" y="3344909"/>
            <a:ext cx="725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dirty="0"/>
              <a:t>=</a:t>
            </a:r>
            <a:endParaRPr lang="es-419" sz="4000" dirty="0"/>
          </a:p>
        </p:txBody>
      </p:sp>
      <p:sp>
        <p:nvSpPr>
          <p:cNvPr id="503" name="CuadroTexto 502">
            <a:extLst>
              <a:ext uri="{FF2B5EF4-FFF2-40B4-BE49-F238E27FC236}">
                <a16:creationId xmlns:a16="http://schemas.microsoft.com/office/drawing/2014/main" id="{D7D7DB49-4F1D-59EE-62A3-05FF975392E3}"/>
              </a:ext>
            </a:extLst>
          </p:cNvPr>
          <p:cNvSpPr txBox="1"/>
          <p:nvPr/>
        </p:nvSpPr>
        <p:spPr>
          <a:xfrm>
            <a:off x="3228956" y="5342975"/>
            <a:ext cx="725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dirty="0"/>
              <a:t>=</a:t>
            </a:r>
            <a:endParaRPr lang="es-419" sz="4000" dirty="0"/>
          </a:p>
        </p:txBody>
      </p:sp>
      <p:sp>
        <p:nvSpPr>
          <p:cNvPr id="552" name="Elipse 551">
            <a:extLst>
              <a:ext uri="{FF2B5EF4-FFF2-40B4-BE49-F238E27FC236}">
                <a16:creationId xmlns:a16="http://schemas.microsoft.com/office/drawing/2014/main" id="{4B486497-F7ED-AF05-58CA-CD21E7CAC2F2}"/>
              </a:ext>
            </a:extLst>
          </p:cNvPr>
          <p:cNvSpPr/>
          <p:nvPr/>
        </p:nvSpPr>
        <p:spPr>
          <a:xfrm>
            <a:off x="4816013" y="849008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53" name="Elipse 552">
            <a:extLst>
              <a:ext uri="{FF2B5EF4-FFF2-40B4-BE49-F238E27FC236}">
                <a16:creationId xmlns:a16="http://schemas.microsoft.com/office/drawing/2014/main" id="{7E82157E-BA2B-BFD7-7452-1B56BA8B25D1}"/>
              </a:ext>
            </a:extLst>
          </p:cNvPr>
          <p:cNvSpPr/>
          <p:nvPr/>
        </p:nvSpPr>
        <p:spPr>
          <a:xfrm>
            <a:off x="3902112" y="1076729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54" name="Elipse 553">
            <a:extLst>
              <a:ext uri="{FF2B5EF4-FFF2-40B4-BE49-F238E27FC236}">
                <a16:creationId xmlns:a16="http://schemas.microsoft.com/office/drawing/2014/main" id="{3FBD66C0-740E-4251-5B3B-CA902B42DE97}"/>
              </a:ext>
            </a:extLst>
          </p:cNvPr>
          <p:cNvSpPr/>
          <p:nvPr/>
        </p:nvSpPr>
        <p:spPr>
          <a:xfrm>
            <a:off x="4816013" y="2376390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55" name="Elipse 554">
            <a:extLst>
              <a:ext uri="{FF2B5EF4-FFF2-40B4-BE49-F238E27FC236}">
                <a16:creationId xmlns:a16="http://schemas.microsoft.com/office/drawing/2014/main" id="{82627831-09BA-9522-B09F-4F187851D3A2}"/>
              </a:ext>
            </a:extLst>
          </p:cNvPr>
          <p:cNvSpPr/>
          <p:nvPr/>
        </p:nvSpPr>
        <p:spPr>
          <a:xfrm>
            <a:off x="3905366" y="2130206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56" name="Elipse 555">
            <a:extLst>
              <a:ext uri="{FF2B5EF4-FFF2-40B4-BE49-F238E27FC236}">
                <a16:creationId xmlns:a16="http://schemas.microsoft.com/office/drawing/2014/main" id="{7839A5F1-F7B8-E0DA-647B-A5B332081833}"/>
              </a:ext>
            </a:extLst>
          </p:cNvPr>
          <p:cNvSpPr/>
          <p:nvPr/>
        </p:nvSpPr>
        <p:spPr>
          <a:xfrm>
            <a:off x="5349776" y="1569601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558" name="Conector recto de flecha 557">
            <a:extLst>
              <a:ext uri="{FF2B5EF4-FFF2-40B4-BE49-F238E27FC236}">
                <a16:creationId xmlns:a16="http://schemas.microsoft.com/office/drawing/2014/main" id="{C0D4A81A-9019-350D-F482-AD0BBF26317B}"/>
              </a:ext>
            </a:extLst>
          </p:cNvPr>
          <p:cNvCxnSpPr>
            <a:cxnSpLocks/>
            <a:stCxn id="556" idx="1"/>
            <a:endCxn id="552" idx="5"/>
          </p:cNvCxnSpPr>
          <p:nvPr/>
        </p:nvCxnSpPr>
        <p:spPr>
          <a:xfrm flipH="1" flipV="1">
            <a:off x="5045776" y="1078771"/>
            <a:ext cx="343420" cy="53025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ector recto de flecha 558">
            <a:extLst>
              <a:ext uri="{FF2B5EF4-FFF2-40B4-BE49-F238E27FC236}">
                <a16:creationId xmlns:a16="http://schemas.microsoft.com/office/drawing/2014/main" id="{7BC159BD-7C1B-2B8C-6831-5CC424586C6B}"/>
              </a:ext>
            </a:extLst>
          </p:cNvPr>
          <p:cNvCxnSpPr>
            <a:cxnSpLocks/>
            <a:stCxn id="556" idx="4"/>
            <a:endCxn id="554" idx="7"/>
          </p:cNvCxnSpPr>
          <p:nvPr/>
        </p:nvCxnSpPr>
        <p:spPr>
          <a:xfrm flipH="1">
            <a:off x="5045776" y="1838785"/>
            <a:ext cx="438591" cy="57702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ector recto de flecha 559">
            <a:extLst>
              <a:ext uri="{FF2B5EF4-FFF2-40B4-BE49-F238E27FC236}">
                <a16:creationId xmlns:a16="http://schemas.microsoft.com/office/drawing/2014/main" id="{810EDC0B-5821-CEAD-2CE2-011E59E329CF}"/>
              </a:ext>
            </a:extLst>
          </p:cNvPr>
          <p:cNvCxnSpPr>
            <a:cxnSpLocks/>
            <a:stCxn id="555" idx="7"/>
            <a:endCxn id="556" idx="3"/>
          </p:cNvCxnSpPr>
          <p:nvPr/>
        </p:nvCxnSpPr>
        <p:spPr>
          <a:xfrm flipV="1">
            <a:off x="4135129" y="1799364"/>
            <a:ext cx="1254067" cy="370263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ector recto de flecha 560">
            <a:extLst>
              <a:ext uri="{FF2B5EF4-FFF2-40B4-BE49-F238E27FC236}">
                <a16:creationId xmlns:a16="http://schemas.microsoft.com/office/drawing/2014/main" id="{56BA5ADD-44B1-A6F9-B27C-10F191DFE1EE}"/>
              </a:ext>
            </a:extLst>
          </p:cNvPr>
          <p:cNvCxnSpPr>
            <a:cxnSpLocks/>
            <a:stCxn id="553" idx="5"/>
            <a:endCxn id="556" idx="1"/>
          </p:cNvCxnSpPr>
          <p:nvPr/>
        </p:nvCxnSpPr>
        <p:spPr>
          <a:xfrm>
            <a:off x="4131875" y="1306492"/>
            <a:ext cx="1257321" cy="30252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ector recto de flecha 561">
            <a:extLst>
              <a:ext uri="{FF2B5EF4-FFF2-40B4-BE49-F238E27FC236}">
                <a16:creationId xmlns:a16="http://schemas.microsoft.com/office/drawing/2014/main" id="{D1DC09E1-07C1-9943-F92B-5ED38D682744}"/>
              </a:ext>
            </a:extLst>
          </p:cNvPr>
          <p:cNvCxnSpPr>
            <a:cxnSpLocks/>
            <a:stCxn id="553" idx="7"/>
            <a:endCxn id="552" idx="1"/>
          </p:cNvCxnSpPr>
          <p:nvPr/>
        </p:nvCxnSpPr>
        <p:spPr>
          <a:xfrm flipV="1">
            <a:off x="4131875" y="888429"/>
            <a:ext cx="723559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ector recto de flecha 562">
            <a:extLst>
              <a:ext uri="{FF2B5EF4-FFF2-40B4-BE49-F238E27FC236}">
                <a16:creationId xmlns:a16="http://schemas.microsoft.com/office/drawing/2014/main" id="{C7EA1E90-F56A-922D-602A-23BB44D69A4F}"/>
              </a:ext>
            </a:extLst>
          </p:cNvPr>
          <p:cNvCxnSpPr>
            <a:cxnSpLocks/>
            <a:stCxn id="552" idx="2"/>
            <a:endCxn id="553" idx="6"/>
          </p:cNvCxnSpPr>
          <p:nvPr/>
        </p:nvCxnSpPr>
        <p:spPr>
          <a:xfrm flipH="1">
            <a:off x="4171296" y="983600"/>
            <a:ext cx="644717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Elipse 566">
            <a:extLst>
              <a:ext uri="{FF2B5EF4-FFF2-40B4-BE49-F238E27FC236}">
                <a16:creationId xmlns:a16="http://schemas.microsoft.com/office/drawing/2014/main" id="{E185905B-53AF-90BA-EBCD-F1F4A056B77C}"/>
              </a:ext>
            </a:extLst>
          </p:cNvPr>
          <p:cNvSpPr/>
          <p:nvPr/>
        </p:nvSpPr>
        <p:spPr>
          <a:xfrm>
            <a:off x="4816013" y="2820251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68" name="Elipse 567">
            <a:extLst>
              <a:ext uri="{FF2B5EF4-FFF2-40B4-BE49-F238E27FC236}">
                <a16:creationId xmlns:a16="http://schemas.microsoft.com/office/drawing/2014/main" id="{C3FC9A04-634B-FD9B-0AC6-B48BFB98F382}"/>
              </a:ext>
            </a:extLst>
          </p:cNvPr>
          <p:cNvSpPr/>
          <p:nvPr/>
        </p:nvSpPr>
        <p:spPr>
          <a:xfrm>
            <a:off x="3902112" y="3047972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69" name="Elipse 568">
            <a:extLst>
              <a:ext uri="{FF2B5EF4-FFF2-40B4-BE49-F238E27FC236}">
                <a16:creationId xmlns:a16="http://schemas.microsoft.com/office/drawing/2014/main" id="{6DE656D2-B4DE-2D71-E64C-DB8BEDD13F17}"/>
              </a:ext>
            </a:extLst>
          </p:cNvPr>
          <p:cNvSpPr/>
          <p:nvPr/>
        </p:nvSpPr>
        <p:spPr>
          <a:xfrm>
            <a:off x="4816013" y="4347633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70" name="Elipse 569">
            <a:extLst>
              <a:ext uri="{FF2B5EF4-FFF2-40B4-BE49-F238E27FC236}">
                <a16:creationId xmlns:a16="http://schemas.microsoft.com/office/drawing/2014/main" id="{E88471F2-EE07-42FA-D08F-F2AC70797C45}"/>
              </a:ext>
            </a:extLst>
          </p:cNvPr>
          <p:cNvSpPr/>
          <p:nvPr/>
        </p:nvSpPr>
        <p:spPr>
          <a:xfrm>
            <a:off x="3905366" y="4101449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71" name="Elipse 570">
            <a:extLst>
              <a:ext uri="{FF2B5EF4-FFF2-40B4-BE49-F238E27FC236}">
                <a16:creationId xmlns:a16="http://schemas.microsoft.com/office/drawing/2014/main" id="{98598320-E095-1F63-8F78-6182C3F06B56}"/>
              </a:ext>
            </a:extLst>
          </p:cNvPr>
          <p:cNvSpPr/>
          <p:nvPr/>
        </p:nvSpPr>
        <p:spPr>
          <a:xfrm>
            <a:off x="5349776" y="3540844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573" name="Conector recto de flecha 572">
            <a:extLst>
              <a:ext uri="{FF2B5EF4-FFF2-40B4-BE49-F238E27FC236}">
                <a16:creationId xmlns:a16="http://schemas.microsoft.com/office/drawing/2014/main" id="{58797EBF-C148-878A-70E8-5701E244B5A2}"/>
              </a:ext>
            </a:extLst>
          </p:cNvPr>
          <p:cNvCxnSpPr>
            <a:cxnSpLocks/>
            <a:stCxn id="571" idx="1"/>
            <a:endCxn id="567" idx="5"/>
          </p:cNvCxnSpPr>
          <p:nvPr/>
        </p:nvCxnSpPr>
        <p:spPr>
          <a:xfrm flipH="1" flipV="1">
            <a:off x="5045776" y="3050014"/>
            <a:ext cx="343420" cy="53025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ector recto de flecha 573">
            <a:extLst>
              <a:ext uri="{FF2B5EF4-FFF2-40B4-BE49-F238E27FC236}">
                <a16:creationId xmlns:a16="http://schemas.microsoft.com/office/drawing/2014/main" id="{04832049-C4A2-8E7A-923F-95AD83EED07A}"/>
              </a:ext>
            </a:extLst>
          </p:cNvPr>
          <p:cNvCxnSpPr>
            <a:cxnSpLocks/>
            <a:stCxn id="571" idx="4"/>
            <a:endCxn id="569" idx="7"/>
          </p:cNvCxnSpPr>
          <p:nvPr/>
        </p:nvCxnSpPr>
        <p:spPr>
          <a:xfrm flipH="1">
            <a:off x="5045776" y="3810028"/>
            <a:ext cx="438591" cy="57702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ector recto de flecha 574">
            <a:extLst>
              <a:ext uri="{FF2B5EF4-FFF2-40B4-BE49-F238E27FC236}">
                <a16:creationId xmlns:a16="http://schemas.microsoft.com/office/drawing/2014/main" id="{1460D1AA-339D-3ABA-CBFC-2CF16D5369C5}"/>
              </a:ext>
            </a:extLst>
          </p:cNvPr>
          <p:cNvCxnSpPr>
            <a:cxnSpLocks/>
            <a:stCxn id="570" idx="7"/>
            <a:endCxn id="571" idx="3"/>
          </p:cNvCxnSpPr>
          <p:nvPr/>
        </p:nvCxnSpPr>
        <p:spPr>
          <a:xfrm flipV="1">
            <a:off x="4135129" y="3770607"/>
            <a:ext cx="1254067" cy="370263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ector recto de flecha 319">
            <a:extLst>
              <a:ext uri="{FF2B5EF4-FFF2-40B4-BE49-F238E27FC236}">
                <a16:creationId xmlns:a16="http://schemas.microsoft.com/office/drawing/2014/main" id="{413BC754-FC10-1C89-AA4E-77A799B4E28C}"/>
              </a:ext>
            </a:extLst>
          </p:cNvPr>
          <p:cNvCxnSpPr>
            <a:cxnSpLocks/>
            <a:stCxn id="568" idx="5"/>
            <a:endCxn id="571" idx="1"/>
          </p:cNvCxnSpPr>
          <p:nvPr/>
        </p:nvCxnSpPr>
        <p:spPr>
          <a:xfrm>
            <a:off x="4131875" y="3277735"/>
            <a:ext cx="1257321" cy="30252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recto de flecha 320">
            <a:extLst>
              <a:ext uri="{FF2B5EF4-FFF2-40B4-BE49-F238E27FC236}">
                <a16:creationId xmlns:a16="http://schemas.microsoft.com/office/drawing/2014/main" id="{E3E84608-AEF0-7B3A-9979-3A73A321FBDA}"/>
              </a:ext>
            </a:extLst>
          </p:cNvPr>
          <p:cNvCxnSpPr>
            <a:cxnSpLocks/>
            <a:stCxn id="568" idx="7"/>
            <a:endCxn id="567" idx="1"/>
          </p:cNvCxnSpPr>
          <p:nvPr/>
        </p:nvCxnSpPr>
        <p:spPr>
          <a:xfrm flipV="1">
            <a:off x="4131875" y="2859672"/>
            <a:ext cx="723559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ector recto de flecha 321">
            <a:extLst>
              <a:ext uri="{FF2B5EF4-FFF2-40B4-BE49-F238E27FC236}">
                <a16:creationId xmlns:a16="http://schemas.microsoft.com/office/drawing/2014/main" id="{A121D047-79C0-728E-7687-541CDB6B6807}"/>
              </a:ext>
            </a:extLst>
          </p:cNvPr>
          <p:cNvCxnSpPr>
            <a:cxnSpLocks/>
            <a:stCxn id="567" idx="2"/>
            <a:endCxn id="568" idx="6"/>
          </p:cNvCxnSpPr>
          <p:nvPr/>
        </p:nvCxnSpPr>
        <p:spPr>
          <a:xfrm flipH="1">
            <a:off x="4171296" y="2954843"/>
            <a:ext cx="644717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Elipse 325">
            <a:extLst>
              <a:ext uri="{FF2B5EF4-FFF2-40B4-BE49-F238E27FC236}">
                <a16:creationId xmlns:a16="http://schemas.microsoft.com/office/drawing/2014/main" id="{8107EBFB-6B5E-FB18-D44F-2FDC4A09BEA3}"/>
              </a:ext>
            </a:extLst>
          </p:cNvPr>
          <p:cNvSpPr/>
          <p:nvPr/>
        </p:nvSpPr>
        <p:spPr>
          <a:xfrm>
            <a:off x="4816012" y="4835763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27" name="Elipse 326">
            <a:extLst>
              <a:ext uri="{FF2B5EF4-FFF2-40B4-BE49-F238E27FC236}">
                <a16:creationId xmlns:a16="http://schemas.microsoft.com/office/drawing/2014/main" id="{F178A70B-21B9-11A6-03F3-F03DBB092E2B}"/>
              </a:ext>
            </a:extLst>
          </p:cNvPr>
          <p:cNvSpPr/>
          <p:nvPr/>
        </p:nvSpPr>
        <p:spPr>
          <a:xfrm>
            <a:off x="3902111" y="5063484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S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28" name="Elipse 327">
            <a:extLst>
              <a:ext uri="{FF2B5EF4-FFF2-40B4-BE49-F238E27FC236}">
                <a16:creationId xmlns:a16="http://schemas.microsoft.com/office/drawing/2014/main" id="{E7341406-E04D-F9BE-FF26-C4D6F45DD6AC}"/>
              </a:ext>
            </a:extLst>
          </p:cNvPr>
          <p:cNvSpPr/>
          <p:nvPr/>
        </p:nvSpPr>
        <p:spPr>
          <a:xfrm>
            <a:off x="4816012" y="6363145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29" name="Elipse 328">
            <a:extLst>
              <a:ext uri="{FF2B5EF4-FFF2-40B4-BE49-F238E27FC236}">
                <a16:creationId xmlns:a16="http://schemas.microsoft.com/office/drawing/2014/main" id="{9D934671-3FE0-7A1A-A14F-356E883E3E27}"/>
              </a:ext>
            </a:extLst>
          </p:cNvPr>
          <p:cNvSpPr/>
          <p:nvPr/>
        </p:nvSpPr>
        <p:spPr>
          <a:xfrm>
            <a:off x="3905365" y="6116961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30" name="Elipse 329">
            <a:extLst>
              <a:ext uri="{FF2B5EF4-FFF2-40B4-BE49-F238E27FC236}">
                <a16:creationId xmlns:a16="http://schemas.microsoft.com/office/drawing/2014/main" id="{0A8170C5-7254-2CEC-AEE5-F29ACE73D153}"/>
              </a:ext>
            </a:extLst>
          </p:cNvPr>
          <p:cNvSpPr/>
          <p:nvPr/>
        </p:nvSpPr>
        <p:spPr>
          <a:xfrm>
            <a:off x="5349775" y="5556356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32" name="Conector recto de flecha 331">
            <a:extLst>
              <a:ext uri="{FF2B5EF4-FFF2-40B4-BE49-F238E27FC236}">
                <a16:creationId xmlns:a16="http://schemas.microsoft.com/office/drawing/2014/main" id="{24282B4E-CCC4-088B-1CBF-D784853200B5}"/>
              </a:ext>
            </a:extLst>
          </p:cNvPr>
          <p:cNvCxnSpPr>
            <a:cxnSpLocks/>
            <a:stCxn id="330" idx="1"/>
            <a:endCxn id="326" idx="5"/>
          </p:cNvCxnSpPr>
          <p:nvPr/>
        </p:nvCxnSpPr>
        <p:spPr>
          <a:xfrm flipH="1" flipV="1">
            <a:off x="5045775" y="5065526"/>
            <a:ext cx="343420" cy="53025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ector recto de flecha 332">
            <a:extLst>
              <a:ext uri="{FF2B5EF4-FFF2-40B4-BE49-F238E27FC236}">
                <a16:creationId xmlns:a16="http://schemas.microsoft.com/office/drawing/2014/main" id="{7200C446-CE96-B5F7-5C6D-310CD1CC4EF1}"/>
              </a:ext>
            </a:extLst>
          </p:cNvPr>
          <p:cNvCxnSpPr>
            <a:cxnSpLocks/>
            <a:stCxn id="330" idx="4"/>
            <a:endCxn id="328" idx="7"/>
          </p:cNvCxnSpPr>
          <p:nvPr/>
        </p:nvCxnSpPr>
        <p:spPr>
          <a:xfrm flipH="1">
            <a:off x="5045775" y="5825540"/>
            <a:ext cx="438591" cy="57702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ector recto de flecha 333">
            <a:extLst>
              <a:ext uri="{FF2B5EF4-FFF2-40B4-BE49-F238E27FC236}">
                <a16:creationId xmlns:a16="http://schemas.microsoft.com/office/drawing/2014/main" id="{D3035438-2007-D197-B5A2-3B48A0E2EAD8}"/>
              </a:ext>
            </a:extLst>
          </p:cNvPr>
          <p:cNvCxnSpPr>
            <a:cxnSpLocks/>
            <a:stCxn id="329" idx="7"/>
            <a:endCxn id="330" idx="3"/>
          </p:cNvCxnSpPr>
          <p:nvPr/>
        </p:nvCxnSpPr>
        <p:spPr>
          <a:xfrm flipV="1">
            <a:off x="4135128" y="5786119"/>
            <a:ext cx="1254067" cy="370263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ector recto de flecha 334">
            <a:extLst>
              <a:ext uri="{FF2B5EF4-FFF2-40B4-BE49-F238E27FC236}">
                <a16:creationId xmlns:a16="http://schemas.microsoft.com/office/drawing/2014/main" id="{C0A7CA81-5C88-92A7-06C0-9A0A83BF3161}"/>
              </a:ext>
            </a:extLst>
          </p:cNvPr>
          <p:cNvCxnSpPr>
            <a:cxnSpLocks/>
            <a:stCxn id="327" idx="5"/>
            <a:endCxn id="330" idx="1"/>
          </p:cNvCxnSpPr>
          <p:nvPr/>
        </p:nvCxnSpPr>
        <p:spPr>
          <a:xfrm>
            <a:off x="4131874" y="5293247"/>
            <a:ext cx="1257321" cy="302529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ector recto de flecha 335">
            <a:extLst>
              <a:ext uri="{FF2B5EF4-FFF2-40B4-BE49-F238E27FC236}">
                <a16:creationId xmlns:a16="http://schemas.microsoft.com/office/drawing/2014/main" id="{8A612A02-1BDD-1595-2C94-0342CBCC0D0E}"/>
              </a:ext>
            </a:extLst>
          </p:cNvPr>
          <p:cNvCxnSpPr>
            <a:cxnSpLocks/>
            <a:stCxn id="327" idx="7"/>
            <a:endCxn id="326" idx="1"/>
          </p:cNvCxnSpPr>
          <p:nvPr/>
        </p:nvCxnSpPr>
        <p:spPr>
          <a:xfrm flipV="1">
            <a:off x="4131874" y="4875184"/>
            <a:ext cx="723559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ector recto de flecha 336">
            <a:extLst>
              <a:ext uri="{FF2B5EF4-FFF2-40B4-BE49-F238E27FC236}">
                <a16:creationId xmlns:a16="http://schemas.microsoft.com/office/drawing/2014/main" id="{24ED239B-9017-8504-D085-2402A51118A9}"/>
              </a:ext>
            </a:extLst>
          </p:cNvPr>
          <p:cNvCxnSpPr>
            <a:cxnSpLocks/>
            <a:stCxn id="326" idx="2"/>
            <a:endCxn id="327" idx="6"/>
          </p:cNvCxnSpPr>
          <p:nvPr/>
        </p:nvCxnSpPr>
        <p:spPr>
          <a:xfrm flipH="1">
            <a:off x="4171295" y="4970355"/>
            <a:ext cx="644717" cy="227721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Elipse 351">
            <a:extLst>
              <a:ext uri="{FF2B5EF4-FFF2-40B4-BE49-F238E27FC236}">
                <a16:creationId xmlns:a16="http://schemas.microsoft.com/office/drawing/2014/main" id="{FB931031-38FC-37E6-AA8F-EC020A84EF0C}"/>
              </a:ext>
            </a:extLst>
          </p:cNvPr>
          <p:cNvSpPr/>
          <p:nvPr/>
        </p:nvSpPr>
        <p:spPr>
          <a:xfrm>
            <a:off x="6436257" y="849008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3" name="Elipse 352">
            <a:extLst>
              <a:ext uri="{FF2B5EF4-FFF2-40B4-BE49-F238E27FC236}">
                <a16:creationId xmlns:a16="http://schemas.microsoft.com/office/drawing/2014/main" id="{802365F3-70E6-EE62-6088-752579878E52}"/>
              </a:ext>
            </a:extLst>
          </p:cNvPr>
          <p:cNvSpPr/>
          <p:nvPr/>
        </p:nvSpPr>
        <p:spPr>
          <a:xfrm>
            <a:off x="6436257" y="2376390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54" name="Elipse 353">
            <a:extLst>
              <a:ext uri="{FF2B5EF4-FFF2-40B4-BE49-F238E27FC236}">
                <a16:creationId xmlns:a16="http://schemas.microsoft.com/office/drawing/2014/main" id="{6BE7BBE0-69D6-F3F1-57F5-E65C406201C7}"/>
              </a:ext>
            </a:extLst>
          </p:cNvPr>
          <p:cNvSpPr/>
          <p:nvPr/>
        </p:nvSpPr>
        <p:spPr>
          <a:xfrm>
            <a:off x="6970020" y="1569601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65" name="Conector recto de flecha 364">
            <a:extLst>
              <a:ext uri="{FF2B5EF4-FFF2-40B4-BE49-F238E27FC236}">
                <a16:creationId xmlns:a16="http://schemas.microsoft.com/office/drawing/2014/main" id="{29A95235-583A-2E34-CB50-F8F0722F62E7}"/>
              </a:ext>
            </a:extLst>
          </p:cNvPr>
          <p:cNvCxnSpPr>
            <a:cxnSpLocks/>
            <a:stCxn id="353" idx="1"/>
            <a:endCxn id="352" idx="3"/>
          </p:cNvCxnSpPr>
          <p:nvPr/>
        </p:nvCxnSpPr>
        <p:spPr>
          <a:xfrm flipV="1">
            <a:off x="6475678" y="1078771"/>
            <a:ext cx="0" cy="1337039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ector recto de flecha 367">
            <a:extLst>
              <a:ext uri="{FF2B5EF4-FFF2-40B4-BE49-F238E27FC236}">
                <a16:creationId xmlns:a16="http://schemas.microsoft.com/office/drawing/2014/main" id="{20BE727F-D600-99D1-C0F3-66C72D39EC7A}"/>
              </a:ext>
            </a:extLst>
          </p:cNvPr>
          <p:cNvCxnSpPr>
            <a:cxnSpLocks/>
            <a:stCxn id="352" idx="4"/>
            <a:endCxn id="353" idx="0"/>
          </p:cNvCxnSpPr>
          <p:nvPr/>
        </p:nvCxnSpPr>
        <p:spPr>
          <a:xfrm>
            <a:off x="6570849" y="1118192"/>
            <a:ext cx="0" cy="125819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ector recto de flecha 368">
            <a:extLst>
              <a:ext uri="{FF2B5EF4-FFF2-40B4-BE49-F238E27FC236}">
                <a16:creationId xmlns:a16="http://schemas.microsoft.com/office/drawing/2014/main" id="{52B88622-6DE5-219D-6C14-76B26F1194DF}"/>
              </a:ext>
            </a:extLst>
          </p:cNvPr>
          <p:cNvCxnSpPr>
            <a:stCxn id="352" idx="6"/>
            <a:endCxn id="354" idx="0"/>
          </p:cNvCxnSpPr>
          <p:nvPr/>
        </p:nvCxnSpPr>
        <p:spPr>
          <a:xfrm>
            <a:off x="6705441" y="983600"/>
            <a:ext cx="399170" cy="58600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Elipse 369">
            <a:extLst>
              <a:ext uri="{FF2B5EF4-FFF2-40B4-BE49-F238E27FC236}">
                <a16:creationId xmlns:a16="http://schemas.microsoft.com/office/drawing/2014/main" id="{5AA6C696-83AA-48A5-9B5C-5D95706C9D6A}"/>
              </a:ext>
            </a:extLst>
          </p:cNvPr>
          <p:cNvSpPr/>
          <p:nvPr/>
        </p:nvSpPr>
        <p:spPr>
          <a:xfrm>
            <a:off x="6436257" y="2820251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71" name="Elipse 370">
            <a:extLst>
              <a:ext uri="{FF2B5EF4-FFF2-40B4-BE49-F238E27FC236}">
                <a16:creationId xmlns:a16="http://schemas.microsoft.com/office/drawing/2014/main" id="{2560EDE4-7FE1-780A-6D94-D497C2B6E5FF}"/>
              </a:ext>
            </a:extLst>
          </p:cNvPr>
          <p:cNvSpPr/>
          <p:nvPr/>
        </p:nvSpPr>
        <p:spPr>
          <a:xfrm>
            <a:off x="6436257" y="4347633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72" name="Elipse 371">
            <a:extLst>
              <a:ext uri="{FF2B5EF4-FFF2-40B4-BE49-F238E27FC236}">
                <a16:creationId xmlns:a16="http://schemas.microsoft.com/office/drawing/2014/main" id="{E94AFF3D-FBBD-2A18-1E66-097412F8E973}"/>
              </a:ext>
            </a:extLst>
          </p:cNvPr>
          <p:cNvSpPr/>
          <p:nvPr/>
        </p:nvSpPr>
        <p:spPr>
          <a:xfrm>
            <a:off x="6970020" y="3540844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73" name="Conector recto de flecha 372">
            <a:extLst>
              <a:ext uri="{FF2B5EF4-FFF2-40B4-BE49-F238E27FC236}">
                <a16:creationId xmlns:a16="http://schemas.microsoft.com/office/drawing/2014/main" id="{0BC9E5C3-5CD2-F1D5-4A90-171C1E6403B5}"/>
              </a:ext>
            </a:extLst>
          </p:cNvPr>
          <p:cNvCxnSpPr>
            <a:cxnSpLocks/>
            <a:stCxn id="371" idx="1"/>
            <a:endCxn id="370" idx="3"/>
          </p:cNvCxnSpPr>
          <p:nvPr/>
        </p:nvCxnSpPr>
        <p:spPr>
          <a:xfrm flipV="1">
            <a:off x="6475678" y="3050014"/>
            <a:ext cx="0" cy="1337039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ector recto de flecha 375">
            <a:extLst>
              <a:ext uri="{FF2B5EF4-FFF2-40B4-BE49-F238E27FC236}">
                <a16:creationId xmlns:a16="http://schemas.microsoft.com/office/drawing/2014/main" id="{C1B6CB2B-AA6D-E6D2-EB43-527041BD0315}"/>
              </a:ext>
            </a:extLst>
          </p:cNvPr>
          <p:cNvCxnSpPr>
            <a:cxnSpLocks/>
            <a:stCxn id="370" idx="4"/>
            <a:endCxn id="371" idx="0"/>
          </p:cNvCxnSpPr>
          <p:nvPr/>
        </p:nvCxnSpPr>
        <p:spPr>
          <a:xfrm>
            <a:off x="6570849" y="3089435"/>
            <a:ext cx="0" cy="1258197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ector recto de flecha 377">
            <a:extLst>
              <a:ext uri="{FF2B5EF4-FFF2-40B4-BE49-F238E27FC236}">
                <a16:creationId xmlns:a16="http://schemas.microsoft.com/office/drawing/2014/main" id="{A24E2CB1-35E0-DB24-95DD-C04AD1A99324}"/>
              </a:ext>
            </a:extLst>
          </p:cNvPr>
          <p:cNvCxnSpPr>
            <a:cxnSpLocks/>
            <a:stCxn id="370" idx="6"/>
            <a:endCxn id="372" idx="0"/>
          </p:cNvCxnSpPr>
          <p:nvPr/>
        </p:nvCxnSpPr>
        <p:spPr>
          <a:xfrm>
            <a:off x="6705441" y="2954843"/>
            <a:ext cx="399170" cy="58600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Elipse 378">
            <a:extLst>
              <a:ext uri="{FF2B5EF4-FFF2-40B4-BE49-F238E27FC236}">
                <a16:creationId xmlns:a16="http://schemas.microsoft.com/office/drawing/2014/main" id="{B371D844-84B8-373B-0153-5152FE1B2AD8}"/>
              </a:ext>
            </a:extLst>
          </p:cNvPr>
          <p:cNvSpPr/>
          <p:nvPr/>
        </p:nvSpPr>
        <p:spPr>
          <a:xfrm>
            <a:off x="6436256" y="4835763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1" name="Elipse 380">
            <a:extLst>
              <a:ext uri="{FF2B5EF4-FFF2-40B4-BE49-F238E27FC236}">
                <a16:creationId xmlns:a16="http://schemas.microsoft.com/office/drawing/2014/main" id="{5C9122AD-95EF-5293-55B9-B1103DCB249E}"/>
              </a:ext>
            </a:extLst>
          </p:cNvPr>
          <p:cNvSpPr/>
          <p:nvPr/>
        </p:nvSpPr>
        <p:spPr>
          <a:xfrm>
            <a:off x="6436256" y="6363145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383" name="Elipse 382">
            <a:extLst>
              <a:ext uri="{FF2B5EF4-FFF2-40B4-BE49-F238E27FC236}">
                <a16:creationId xmlns:a16="http://schemas.microsoft.com/office/drawing/2014/main" id="{98BDF874-E69F-CFA4-4E4B-A0E4E4999A1A}"/>
              </a:ext>
            </a:extLst>
          </p:cNvPr>
          <p:cNvSpPr/>
          <p:nvPr/>
        </p:nvSpPr>
        <p:spPr>
          <a:xfrm>
            <a:off x="6970019" y="5556356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01" name="CuadroTexto 400">
            <a:extLst>
              <a:ext uri="{FF2B5EF4-FFF2-40B4-BE49-F238E27FC236}">
                <a16:creationId xmlns:a16="http://schemas.microsoft.com/office/drawing/2014/main" id="{FB63FDD2-408A-280C-FE9F-69DEE57CA664}"/>
              </a:ext>
            </a:extLst>
          </p:cNvPr>
          <p:cNvSpPr txBox="1"/>
          <p:nvPr/>
        </p:nvSpPr>
        <p:spPr>
          <a:xfrm>
            <a:off x="5769456" y="1386365"/>
            <a:ext cx="725602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s-MX" sz="4000" dirty="0"/>
              <a:t>+</a:t>
            </a:r>
            <a:endParaRPr lang="es-419" sz="4000" dirty="0"/>
          </a:p>
        </p:txBody>
      </p:sp>
      <p:sp>
        <p:nvSpPr>
          <p:cNvPr id="403" name="CuadroTexto 402">
            <a:extLst>
              <a:ext uri="{FF2B5EF4-FFF2-40B4-BE49-F238E27FC236}">
                <a16:creationId xmlns:a16="http://schemas.microsoft.com/office/drawing/2014/main" id="{4ADE591A-A39F-CA15-CE0C-ADE5E96980AE}"/>
              </a:ext>
            </a:extLst>
          </p:cNvPr>
          <p:cNvSpPr txBox="1"/>
          <p:nvPr/>
        </p:nvSpPr>
        <p:spPr>
          <a:xfrm>
            <a:off x="5769456" y="3354400"/>
            <a:ext cx="725602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s-MX" sz="4000" dirty="0"/>
              <a:t>+</a:t>
            </a:r>
            <a:endParaRPr lang="es-419" sz="4000" dirty="0"/>
          </a:p>
        </p:txBody>
      </p:sp>
      <p:sp>
        <p:nvSpPr>
          <p:cNvPr id="405" name="CuadroTexto 404">
            <a:extLst>
              <a:ext uri="{FF2B5EF4-FFF2-40B4-BE49-F238E27FC236}">
                <a16:creationId xmlns:a16="http://schemas.microsoft.com/office/drawing/2014/main" id="{56158206-C907-3D0E-F445-C221AEF20C80}"/>
              </a:ext>
            </a:extLst>
          </p:cNvPr>
          <p:cNvSpPr txBox="1"/>
          <p:nvPr/>
        </p:nvSpPr>
        <p:spPr>
          <a:xfrm>
            <a:off x="5769456" y="5352466"/>
            <a:ext cx="725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dirty="0"/>
              <a:t>+</a:t>
            </a:r>
            <a:endParaRPr lang="es-419" sz="4000" dirty="0"/>
          </a:p>
        </p:txBody>
      </p:sp>
      <p:sp>
        <p:nvSpPr>
          <p:cNvPr id="406" name="Elipse 405">
            <a:extLst>
              <a:ext uri="{FF2B5EF4-FFF2-40B4-BE49-F238E27FC236}">
                <a16:creationId xmlns:a16="http://schemas.microsoft.com/office/drawing/2014/main" id="{C8E17A70-2C51-CBB9-DF5A-E479EE06606B}"/>
              </a:ext>
            </a:extLst>
          </p:cNvPr>
          <p:cNvSpPr/>
          <p:nvPr/>
        </p:nvSpPr>
        <p:spPr>
          <a:xfrm>
            <a:off x="6436257" y="4826695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07" name="Elipse 406">
            <a:extLst>
              <a:ext uri="{FF2B5EF4-FFF2-40B4-BE49-F238E27FC236}">
                <a16:creationId xmlns:a16="http://schemas.microsoft.com/office/drawing/2014/main" id="{E0BBCB35-F508-28D5-8DFD-C8634491C794}"/>
              </a:ext>
            </a:extLst>
          </p:cNvPr>
          <p:cNvSpPr/>
          <p:nvPr/>
        </p:nvSpPr>
        <p:spPr>
          <a:xfrm>
            <a:off x="6436257" y="6354077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408" name="Elipse 407">
            <a:extLst>
              <a:ext uri="{FF2B5EF4-FFF2-40B4-BE49-F238E27FC236}">
                <a16:creationId xmlns:a16="http://schemas.microsoft.com/office/drawing/2014/main" id="{577F8F72-A78A-4AAD-7470-DF71BE52D110}"/>
              </a:ext>
            </a:extLst>
          </p:cNvPr>
          <p:cNvSpPr/>
          <p:nvPr/>
        </p:nvSpPr>
        <p:spPr>
          <a:xfrm>
            <a:off x="6970020" y="5547288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409" name="Conector recto de flecha 408">
            <a:extLst>
              <a:ext uri="{FF2B5EF4-FFF2-40B4-BE49-F238E27FC236}">
                <a16:creationId xmlns:a16="http://schemas.microsoft.com/office/drawing/2014/main" id="{AFE15797-2CE8-6388-5D51-9B41B2EF8CCA}"/>
              </a:ext>
            </a:extLst>
          </p:cNvPr>
          <p:cNvCxnSpPr>
            <a:cxnSpLocks/>
            <a:stCxn id="407" idx="1"/>
            <a:endCxn id="406" idx="3"/>
          </p:cNvCxnSpPr>
          <p:nvPr/>
        </p:nvCxnSpPr>
        <p:spPr>
          <a:xfrm flipV="1">
            <a:off x="6475678" y="5056458"/>
            <a:ext cx="0" cy="1337039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ector recto de flecha 409">
            <a:extLst>
              <a:ext uri="{FF2B5EF4-FFF2-40B4-BE49-F238E27FC236}">
                <a16:creationId xmlns:a16="http://schemas.microsoft.com/office/drawing/2014/main" id="{351F17C1-9A02-04FC-E4C7-FF8024DED7C2}"/>
              </a:ext>
            </a:extLst>
          </p:cNvPr>
          <p:cNvCxnSpPr>
            <a:cxnSpLocks/>
            <a:stCxn id="406" idx="4"/>
            <a:endCxn id="407" idx="0"/>
          </p:cNvCxnSpPr>
          <p:nvPr/>
        </p:nvCxnSpPr>
        <p:spPr>
          <a:xfrm>
            <a:off x="6570849" y="5095879"/>
            <a:ext cx="0" cy="1258197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ector recto de flecha 411">
            <a:extLst>
              <a:ext uri="{FF2B5EF4-FFF2-40B4-BE49-F238E27FC236}">
                <a16:creationId xmlns:a16="http://schemas.microsoft.com/office/drawing/2014/main" id="{91177C8D-2BF7-53D3-9729-65D61A565888}"/>
              </a:ext>
            </a:extLst>
          </p:cNvPr>
          <p:cNvCxnSpPr>
            <a:cxnSpLocks/>
            <a:stCxn id="406" idx="6"/>
            <a:endCxn id="408" idx="0"/>
          </p:cNvCxnSpPr>
          <p:nvPr/>
        </p:nvCxnSpPr>
        <p:spPr>
          <a:xfrm>
            <a:off x="6705441" y="4961287"/>
            <a:ext cx="399170" cy="586000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1ABFE5D0-5BF4-FCF8-61F8-8702D3FEEB51}"/>
              </a:ext>
            </a:extLst>
          </p:cNvPr>
          <p:cNvCxnSpPr>
            <a:cxnSpLocks/>
            <a:stCxn id="358" idx="0"/>
            <a:endCxn id="355" idx="3"/>
          </p:cNvCxnSpPr>
          <p:nvPr/>
        </p:nvCxnSpPr>
        <p:spPr>
          <a:xfrm flipV="1">
            <a:off x="1607230" y="1081652"/>
            <a:ext cx="815476" cy="105143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C90791E2-7927-142A-EA26-1C1680301B79}"/>
              </a:ext>
            </a:extLst>
          </p:cNvPr>
          <p:cNvSpPr txBox="1"/>
          <p:nvPr/>
        </p:nvSpPr>
        <p:spPr>
          <a:xfrm>
            <a:off x="7892664" y="0"/>
            <a:ext cx="15456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400" dirty="0"/>
              <a:t> Fully </a:t>
            </a:r>
            <a:br>
              <a:rPr lang="es-MX" sz="2400" dirty="0"/>
            </a:br>
            <a:r>
              <a:rPr lang="es-MX" sz="2400" dirty="0"/>
              <a:t>Individual </a:t>
            </a:r>
            <a:endParaRPr lang="es-419" sz="2400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EA07A89C-069B-A490-8093-3F9B5C154E6A}"/>
              </a:ext>
            </a:extLst>
          </p:cNvPr>
          <p:cNvCxnSpPr>
            <a:cxnSpLocks/>
            <a:stCxn id="484" idx="0"/>
            <a:endCxn id="486" idx="3"/>
          </p:cNvCxnSpPr>
          <p:nvPr/>
        </p:nvCxnSpPr>
        <p:spPr>
          <a:xfrm flipV="1">
            <a:off x="2517876" y="5789000"/>
            <a:ext cx="438592" cy="577026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5EAF5ADC-6621-C857-3201-D9C42FBF351D}"/>
              </a:ext>
            </a:extLst>
          </p:cNvPr>
          <p:cNvCxnSpPr>
            <a:cxnSpLocks/>
            <a:stCxn id="486" idx="2"/>
            <a:endCxn id="485" idx="7"/>
          </p:cNvCxnSpPr>
          <p:nvPr/>
        </p:nvCxnSpPr>
        <p:spPr>
          <a:xfrm flipH="1">
            <a:off x="1702400" y="5693829"/>
            <a:ext cx="1214647" cy="46543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ipse 15">
            <a:extLst>
              <a:ext uri="{FF2B5EF4-FFF2-40B4-BE49-F238E27FC236}">
                <a16:creationId xmlns:a16="http://schemas.microsoft.com/office/drawing/2014/main" id="{B3FC4FB9-A24E-8AF7-708F-C41A5BFC829A}"/>
              </a:ext>
            </a:extLst>
          </p:cNvPr>
          <p:cNvSpPr/>
          <p:nvPr/>
        </p:nvSpPr>
        <p:spPr>
          <a:xfrm>
            <a:off x="8776005" y="849008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D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7D44CB89-B6D0-9BCB-D41E-B31C236112F3}"/>
              </a:ext>
            </a:extLst>
          </p:cNvPr>
          <p:cNvSpPr/>
          <p:nvPr/>
        </p:nvSpPr>
        <p:spPr>
          <a:xfrm>
            <a:off x="7865358" y="2130206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1084C6F8-65CA-489A-0B2D-7352598E0D6B}"/>
              </a:ext>
            </a:extLst>
          </p:cNvPr>
          <p:cNvCxnSpPr>
            <a:cxnSpLocks/>
            <a:stCxn id="19" idx="0"/>
            <a:endCxn id="16" idx="3"/>
          </p:cNvCxnSpPr>
          <p:nvPr/>
        </p:nvCxnSpPr>
        <p:spPr>
          <a:xfrm flipV="1">
            <a:off x="7999950" y="1078771"/>
            <a:ext cx="815476" cy="105143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0D51B90-A886-3D0E-5C10-6F8E2671AD04}"/>
              </a:ext>
            </a:extLst>
          </p:cNvPr>
          <p:cNvSpPr txBox="1"/>
          <p:nvPr/>
        </p:nvSpPr>
        <p:spPr>
          <a:xfrm>
            <a:off x="7364542" y="1390390"/>
            <a:ext cx="725602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s-MX" sz="4000" dirty="0"/>
              <a:t>+</a:t>
            </a:r>
            <a:endParaRPr lang="es-419" sz="40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1050CE6-1E74-0BF7-E1F4-A6EA75FC4116}"/>
              </a:ext>
            </a:extLst>
          </p:cNvPr>
          <p:cNvSpPr txBox="1"/>
          <p:nvPr/>
        </p:nvSpPr>
        <p:spPr>
          <a:xfrm>
            <a:off x="7356521" y="5343390"/>
            <a:ext cx="725602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s-MX" sz="4000" dirty="0"/>
              <a:t>+</a:t>
            </a:r>
            <a:endParaRPr lang="es-419" sz="4000" dirty="0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96920801-DD6B-DC6D-8E6F-D14F00EF323A}"/>
              </a:ext>
            </a:extLst>
          </p:cNvPr>
          <p:cNvSpPr/>
          <p:nvPr/>
        </p:nvSpPr>
        <p:spPr>
          <a:xfrm>
            <a:off x="8756666" y="6326605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P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D338918F-AD9D-FF36-DB94-D2CFAC7961E7}"/>
              </a:ext>
            </a:extLst>
          </p:cNvPr>
          <p:cNvSpPr/>
          <p:nvPr/>
        </p:nvSpPr>
        <p:spPr>
          <a:xfrm>
            <a:off x="7846019" y="6080421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C</a:t>
            </a:r>
            <a:endParaRPr lang="es-419" sz="2400" dirty="0">
              <a:solidFill>
                <a:schemeClr val="tx1"/>
              </a:solidFill>
            </a:endParaRP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9E4D36CA-F5CD-0562-C39B-EB03F2952DBB}"/>
              </a:ext>
            </a:extLst>
          </p:cNvPr>
          <p:cNvSpPr/>
          <p:nvPr/>
        </p:nvSpPr>
        <p:spPr>
          <a:xfrm>
            <a:off x="9290429" y="5519816"/>
            <a:ext cx="269184" cy="26918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solidFill>
                  <a:schemeClr val="tx1"/>
                </a:solidFill>
              </a:rPr>
              <a:t>A</a:t>
            </a:r>
            <a:endParaRPr lang="es-419" sz="2400" dirty="0">
              <a:solidFill>
                <a:schemeClr val="tx1"/>
              </a:solidFill>
            </a:endParaRPr>
          </a:p>
        </p:txBody>
      </p: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88AE86D4-369E-8606-B818-11CF0EF093F9}"/>
              </a:ext>
            </a:extLst>
          </p:cNvPr>
          <p:cNvCxnSpPr>
            <a:cxnSpLocks/>
            <a:stCxn id="49" idx="0"/>
            <a:endCxn id="51" idx="3"/>
          </p:cNvCxnSpPr>
          <p:nvPr/>
        </p:nvCxnSpPr>
        <p:spPr>
          <a:xfrm flipV="1">
            <a:off x="8891258" y="5749579"/>
            <a:ext cx="438592" cy="577026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BEF9059B-C069-20D2-918D-3C7974F6B996}"/>
              </a:ext>
            </a:extLst>
          </p:cNvPr>
          <p:cNvCxnSpPr>
            <a:cxnSpLocks/>
            <a:stCxn id="51" idx="2"/>
            <a:endCxn id="50" idx="7"/>
          </p:cNvCxnSpPr>
          <p:nvPr/>
        </p:nvCxnSpPr>
        <p:spPr>
          <a:xfrm flipH="1">
            <a:off x="8075782" y="5654408"/>
            <a:ext cx="1214647" cy="46543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0458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997</Words>
  <Application>Microsoft Office PowerPoint</Application>
  <PresentationFormat>Panorámica</PresentationFormat>
  <Paragraphs>813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Angel Sanchez Gomez</dc:creator>
  <cp:lastModifiedBy>Jose Angel Sanchez Gomez</cp:lastModifiedBy>
  <cp:revision>12</cp:revision>
  <dcterms:created xsi:type="dcterms:W3CDTF">2026-07-04T02:00:14Z</dcterms:created>
  <dcterms:modified xsi:type="dcterms:W3CDTF">2026-09-14T21:52:53Z</dcterms:modified>
</cp:coreProperties>
</file>